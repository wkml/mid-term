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92" r:id="rId3"/>
    <p:sldId id="293" r:id="rId4"/>
    <p:sldId id="286" r:id="rId5"/>
    <p:sldId id="290" r:id="rId6"/>
    <p:sldId id="304" r:id="rId7"/>
    <p:sldId id="264" r:id="rId8"/>
    <p:sldId id="265" r:id="rId9"/>
    <p:sldId id="303" r:id="rId10"/>
    <p:sldId id="308" r:id="rId11"/>
    <p:sldId id="309" r:id="rId12"/>
    <p:sldId id="299" r:id="rId13"/>
    <p:sldId id="294" r:id="rId14"/>
    <p:sldId id="266" r:id="rId15"/>
    <p:sldId id="310" r:id="rId16"/>
    <p:sldId id="300" r:id="rId17"/>
    <p:sldId id="295" r:id="rId18"/>
    <p:sldId id="269" r:id="rId19"/>
    <p:sldId id="270" r:id="rId20"/>
    <p:sldId id="311" r:id="rId21"/>
    <p:sldId id="271" r:id="rId22"/>
    <p:sldId id="312" r:id="rId23"/>
    <p:sldId id="301" r:id="rId24"/>
    <p:sldId id="296" r:id="rId25"/>
    <p:sldId id="275" r:id="rId26"/>
    <p:sldId id="276" r:id="rId27"/>
    <p:sldId id="277" r:id="rId28"/>
    <p:sldId id="278" r:id="rId29"/>
    <p:sldId id="291" r:id="rId30"/>
    <p:sldId id="313" r:id="rId31"/>
    <p:sldId id="314" r:id="rId32"/>
    <p:sldId id="302" r:id="rId33"/>
    <p:sldId id="297" r:id="rId34"/>
    <p:sldId id="298" r:id="rId35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9B1B239F-BD57-44D9-A600-099665DA2E6D}">
          <p14:sldIdLst>
            <p14:sldId id="256"/>
            <p14:sldId id="292"/>
            <p14:sldId id="293"/>
            <p14:sldId id="286"/>
            <p14:sldId id="290"/>
            <p14:sldId id="304"/>
            <p14:sldId id="264"/>
            <p14:sldId id="265"/>
            <p14:sldId id="303"/>
            <p14:sldId id="308"/>
            <p14:sldId id="309"/>
            <p14:sldId id="299"/>
            <p14:sldId id="294"/>
            <p14:sldId id="266"/>
            <p14:sldId id="310"/>
            <p14:sldId id="300"/>
            <p14:sldId id="295"/>
            <p14:sldId id="269"/>
            <p14:sldId id="270"/>
            <p14:sldId id="311"/>
            <p14:sldId id="271"/>
            <p14:sldId id="312"/>
            <p14:sldId id="301"/>
            <p14:sldId id="296"/>
            <p14:sldId id="275"/>
            <p14:sldId id="276"/>
            <p14:sldId id="277"/>
            <p14:sldId id="278"/>
            <p14:sldId id="291"/>
            <p14:sldId id="313"/>
            <p14:sldId id="314"/>
            <p14:sldId id="302"/>
            <p14:sldId id="297"/>
            <p14:sldId id="29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182" autoAdjust="0"/>
  </p:normalViewPr>
  <p:slideViewPr>
    <p:cSldViewPr>
      <p:cViewPr varScale="1">
        <p:scale>
          <a:sx n="110" d="100"/>
          <a:sy n="110" d="100"/>
        </p:scale>
        <p:origin x="712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86" d="100"/>
        <a:sy n="18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2021/4/17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8569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https://www.ypppt.com/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721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542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5C5D1-AD16-4B01-871F-DE047A6CFB67}" type="datetimeFigureOut">
              <a:rPr lang="zh-CN" altLang="en-US" smtClean="0"/>
              <a:t>2021/4/17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DE635-3FC4-4B83-A3D1-632FFA341E9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5C5D1-AD16-4B01-871F-DE047A6CFB67}" type="datetimeFigureOut">
              <a:rPr lang="zh-CN" altLang="en-US" smtClean="0"/>
              <a:t>2021/4/17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DE635-3FC4-4B83-A3D1-632FFA341E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2620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5C5D1-AD16-4B01-871F-DE047A6CFB67}" type="datetimeFigureOut">
              <a:rPr lang="zh-CN" altLang="en-US" smtClean="0"/>
              <a:t>2021/4/17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DE635-3FC4-4B83-A3D1-632FFA341E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7345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5C5D1-AD16-4B01-871F-DE047A6CFB67}" type="datetimeFigureOut">
              <a:rPr lang="zh-CN" altLang="en-US" smtClean="0"/>
              <a:t>2021/4/17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DE635-3FC4-4B83-A3D1-632FFA341E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2335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5C5D1-AD16-4B01-871F-DE047A6CFB67}" type="datetimeFigureOut">
              <a:rPr lang="zh-CN" altLang="en-US" smtClean="0"/>
              <a:t>2021/4/17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DE635-3FC4-4B83-A3D1-632FFA341E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7961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5C5D1-AD16-4B01-871F-DE047A6CFB67}" type="datetimeFigureOut">
              <a:rPr lang="zh-CN" altLang="en-US" smtClean="0"/>
              <a:t>2021/4/17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DE635-3FC4-4B83-A3D1-632FFA341E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8099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5C5D1-AD16-4B01-871F-DE047A6CFB67}" type="datetimeFigureOut">
              <a:rPr lang="zh-CN" altLang="en-US" smtClean="0"/>
              <a:t>2021/4/17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DE635-3FC4-4B83-A3D1-632FFA341E9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3845849" y="14453070"/>
            <a:ext cx="96625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www.1ppt.com/moban/     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www.1ppt.com/hangye/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www.1ppt.com/jieri/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素材：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www.1ppt.com/sucai/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www.1ppt.com/beijing/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图表：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www.1ppt.com/tubiao/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精美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www.1ppt.com/powerpoint/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课件：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www.1ppt.com/kejian/        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字体下载：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www.1ppt.com/ziti/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工作总结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www.1ppt.com/xiazai/zongjie/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工作计划：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www.1ppt.com/xiazai/jihua/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商务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www.1ppt.com/moban/shangwu/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个人简历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www.1ppt.com/xiazai/jianli/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毕业答辩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www.1ppt.com/xiazai/dabian/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工作汇报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www.1ppt.com/xiazai/huibao/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31230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35C5D1-AD16-4B01-871F-DE047A6CFB67}" type="datetimeFigureOut">
              <a:rPr lang="zh-CN" altLang="en-US" smtClean="0"/>
              <a:t>2021/4/17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CDE635-3FC4-4B83-A3D1-632FFA341E9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6"/>
          <p:cNvSpPr>
            <a:spLocks noEditPoints="1"/>
          </p:cNvSpPr>
          <p:nvPr/>
        </p:nvSpPr>
        <p:spPr bwMode="auto">
          <a:xfrm>
            <a:off x="4343400" y="1158093"/>
            <a:ext cx="457200" cy="593986"/>
          </a:xfrm>
          <a:custGeom>
            <a:avLst/>
            <a:gdLst>
              <a:gd name="T0" fmla="*/ 891 w 1347"/>
              <a:gd name="T1" fmla="*/ 639 h 1750"/>
              <a:gd name="T2" fmla="*/ 673 w 1347"/>
              <a:gd name="T3" fmla="*/ 728 h 1750"/>
              <a:gd name="T4" fmla="*/ 555 w 1347"/>
              <a:gd name="T5" fmla="*/ 706 h 1750"/>
              <a:gd name="T6" fmla="*/ 456 w 1347"/>
              <a:gd name="T7" fmla="*/ 639 h 1750"/>
              <a:gd name="T8" fmla="*/ 398 w 1347"/>
              <a:gd name="T9" fmla="*/ 639 h 1750"/>
              <a:gd name="T10" fmla="*/ 397 w 1347"/>
              <a:gd name="T11" fmla="*/ 696 h 1750"/>
              <a:gd name="T12" fmla="*/ 525 w 1347"/>
              <a:gd name="T13" fmla="*/ 781 h 1750"/>
              <a:gd name="T14" fmla="*/ 673 w 1347"/>
              <a:gd name="T15" fmla="*/ 810 h 1750"/>
              <a:gd name="T16" fmla="*/ 949 w 1347"/>
              <a:gd name="T17" fmla="*/ 696 h 1750"/>
              <a:gd name="T18" fmla="*/ 949 w 1347"/>
              <a:gd name="T19" fmla="*/ 639 h 1750"/>
              <a:gd name="T20" fmla="*/ 891 w 1347"/>
              <a:gd name="T21" fmla="*/ 639 h 1750"/>
              <a:gd name="T22" fmla="*/ 987 w 1347"/>
              <a:gd name="T23" fmla="*/ 1525 h 1750"/>
              <a:gd name="T24" fmla="*/ 987 w 1347"/>
              <a:gd name="T25" fmla="*/ 1525 h 1750"/>
              <a:gd name="T26" fmla="*/ 360 w 1347"/>
              <a:gd name="T27" fmla="*/ 1525 h 1750"/>
              <a:gd name="T28" fmla="*/ 318 w 1347"/>
              <a:gd name="T29" fmla="*/ 1566 h 1750"/>
              <a:gd name="T30" fmla="*/ 360 w 1347"/>
              <a:gd name="T31" fmla="*/ 1607 h 1750"/>
              <a:gd name="T32" fmla="*/ 987 w 1347"/>
              <a:gd name="T33" fmla="*/ 1607 h 1750"/>
              <a:gd name="T34" fmla="*/ 1027 w 1347"/>
              <a:gd name="T35" fmla="*/ 1566 h 1750"/>
              <a:gd name="T36" fmla="*/ 987 w 1347"/>
              <a:gd name="T37" fmla="*/ 1525 h 1750"/>
              <a:gd name="T38" fmla="*/ 1347 w 1347"/>
              <a:gd name="T39" fmla="*/ 674 h 1750"/>
              <a:gd name="T40" fmla="*/ 1347 w 1347"/>
              <a:gd name="T41" fmla="*/ 674 h 1750"/>
              <a:gd name="T42" fmla="*/ 1149 w 1347"/>
              <a:gd name="T43" fmla="*/ 198 h 1750"/>
              <a:gd name="T44" fmla="*/ 673 w 1347"/>
              <a:gd name="T45" fmla="*/ 0 h 1750"/>
              <a:gd name="T46" fmla="*/ 197 w 1347"/>
              <a:gd name="T47" fmla="*/ 198 h 1750"/>
              <a:gd name="T48" fmla="*/ 0 w 1347"/>
              <a:gd name="T49" fmla="*/ 674 h 1750"/>
              <a:gd name="T50" fmla="*/ 86 w 1347"/>
              <a:gd name="T51" fmla="*/ 1005 h 1750"/>
              <a:gd name="T52" fmla="*/ 292 w 1347"/>
              <a:gd name="T53" fmla="*/ 1229 h 1750"/>
              <a:gd name="T54" fmla="*/ 292 w 1347"/>
              <a:gd name="T55" fmla="*/ 1418 h 1750"/>
              <a:gd name="T56" fmla="*/ 360 w 1347"/>
              <a:gd name="T57" fmla="*/ 1487 h 1750"/>
              <a:gd name="T58" fmla="*/ 987 w 1347"/>
              <a:gd name="T59" fmla="*/ 1487 h 1750"/>
              <a:gd name="T60" fmla="*/ 1055 w 1347"/>
              <a:gd name="T61" fmla="*/ 1418 h 1750"/>
              <a:gd name="T62" fmla="*/ 1055 w 1347"/>
              <a:gd name="T63" fmla="*/ 1229 h 1750"/>
              <a:gd name="T64" fmla="*/ 1260 w 1347"/>
              <a:gd name="T65" fmla="*/ 1005 h 1750"/>
              <a:gd name="T66" fmla="*/ 1347 w 1347"/>
              <a:gd name="T67" fmla="*/ 674 h 1750"/>
              <a:gd name="T68" fmla="*/ 1142 w 1347"/>
              <a:gd name="T69" fmla="*/ 938 h 1750"/>
              <a:gd name="T70" fmla="*/ 1142 w 1347"/>
              <a:gd name="T71" fmla="*/ 938 h 1750"/>
              <a:gd name="T72" fmla="*/ 1141 w 1347"/>
              <a:gd name="T73" fmla="*/ 938 h 1750"/>
              <a:gd name="T74" fmla="*/ 951 w 1347"/>
              <a:gd name="T75" fmla="*/ 1135 h 1750"/>
              <a:gd name="T76" fmla="*/ 919 w 1347"/>
              <a:gd name="T77" fmla="*/ 1193 h 1750"/>
              <a:gd name="T78" fmla="*/ 918 w 1347"/>
              <a:gd name="T79" fmla="*/ 1193 h 1750"/>
              <a:gd name="T80" fmla="*/ 918 w 1347"/>
              <a:gd name="T81" fmla="*/ 1350 h 1750"/>
              <a:gd name="T82" fmla="*/ 429 w 1347"/>
              <a:gd name="T83" fmla="*/ 1350 h 1750"/>
              <a:gd name="T84" fmla="*/ 429 w 1347"/>
              <a:gd name="T85" fmla="*/ 1193 h 1750"/>
              <a:gd name="T86" fmla="*/ 389 w 1347"/>
              <a:gd name="T87" fmla="*/ 1132 h 1750"/>
              <a:gd name="T88" fmla="*/ 205 w 1347"/>
              <a:gd name="T89" fmla="*/ 938 h 1750"/>
              <a:gd name="T90" fmla="*/ 136 w 1347"/>
              <a:gd name="T91" fmla="*/ 674 h 1750"/>
              <a:gd name="T92" fmla="*/ 294 w 1347"/>
              <a:gd name="T93" fmla="*/ 295 h 1750"/>
              <a:gd name="T94" fmla="*/ 673 w 1347"/>
              <a:gd name="T95" fmla="*/ 137 h 1750"/>
              <a:gd name="T96" fmla="*/ 1053 w 1347"/>
              <a:gd name="T97" fmla="*/ 295 h 1750"/>
              <a:gd name="T98" fmla="*/ 1210 w 1347"/>
              <a:gd name="T99" fmla="*/ 674 h 1750"/>
              <a:gd name="T100" fmla="*/ 1142 w 1347"/>
              <a:gd name="T101" fmla="*/ 938 h 1750"/>
              <a:gd name="T102" fmla="*/ 855 w 1347"/>
              <a:gd name="T103" fmla="*/ 1668 h 1750"/>
              <a:gd name="T104" fmla="*/ 855 w 1347"/>
              <a:gd name="T105" fmla="*/ 1668 h 1750"/>
              <a:gd name="T106" fmla="*/ 492 w 1347"/>
              <a:gd name="T107" fmla="*/ 1668 h 1750"/>
              <a:gd name="T108" fmla="*/ 450 w 1347"/>
              <a:gd name="T109" fmla="*/ 1709 h 1750"/>
              <a:gd name="T110" fmla="*/ 492 w 1347"/>
              <a:gd name="T111" fmla="*/ 1750 h 1750"/>
              <a:gd name="T112" fmla="*/ 855 w 1347"/>
              <a:gd name="T113" fmla="*/ 1750 h 1750"/>
              <a:gd name="T114" fmla="*/ 896 w 1347"/>
              <a:gd name="T115" fmla="*/ 1709 h 1750"/>
              <a:gd name="T116" fmla="*/ 855 w 1347"/>
              <a:gd name="T117" fmla="*/ 1668 h 17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347" h="1750">
                <a:moveTo>
                  <a:pt x="891" y="639"/>
                </a:moveTo>
                <a:cubicBezTo>
                  <a:pt x="836" y="694"/>
                  <a:pt x="758" y="728"/>
                  <a:pt x="673" y="728"/>
                </a:cubicBezTo>
                <a:cubicBezTo>
                  <a:pt x="631" y="728"/>
                  <a:pt x="591" y="720"/>
                  <a:pt x="555" y="706"/>
                </a:cubicBezTo>
                <a:cubicBezTo>
                  <a:pt x="517" y="691"/>
                  <a:pt x="484" y="667"/>
                  <a:pt x="456" y="639"/>
                </a:cubicBezTo>
                <a:cubicBezTo>
                  <a:pt x="440" y="623"/>
                  <a:pt x="413" y="623"/>
                  <a:pt x="398" y="639"/>
                </a:cubicBezTo>
                <a:cubicBezTo>
                  <a:pt x="382" y="655"/>
                  <a:pt x="382" y="681"/>
                  <a:pt x="397" y="696"/>
                </a:cubicBezTo>
                <a:cubicBezTo>
                  <a:pt x="433" y="732"/>
                  <a:pt x="477" y="761"/>
                  <a:pt x="525" y="781"/>
                </a:cubicBezTo>
                <a:cubicBezTo>
                  <a:pt x="570" y="800"/>
                  <a:pt x="621" y="810"/>
                  <a:pt x="673" y="810"/>
                </a:cubicBezTo>
                <a:cubicBezTo>
                  <a:pt x="781" y="810"/>
                  <a:pt x="878" y="767"/>
                  <a:pt x="949" y="696"/>
                </a:cubicBezTo>
                <a:cubicBezTo>
                  <a:pt x="965" y="681"/>
                  <a:pt x="965" y="655"/>
                  <a:pt x="949" y="639"/>
                </a:cubicBezTo>
                <a:cubicBezTo>
                  <a:pt x="933" y="623"/>
                  <a:pt x="907" y="623"/>
                  <a:pt x="891" y="639"/>
                </a:cubicBezTo>
                <a:close/>
                <a:moveTo>
                  <a:pt x="987" y="1525"/>
                </a:moveTo>
                <a:cubicBezTo>
                  <a:pt x="987" y="1525"/>
                  <a:pt x="987" y="1525"/>
                  <a:pt x="987" y="1525"/>
                </a:cubicBezTo>
                <a:cubicBezTo>
                  <a:pt x="360" y="1525"/>
                  <a:pt x="360" y="1525"/>
                  <a:pt x="360" y="1525"/>
                </a:cubicBezTo>
                <a:cubicBezTo>
                  <a:pt x="337" y="1525"/>
                  <a:pt x="318" y="1544"/>
                  <a:pt x="318" y="1566"/>
                </a:cubicBezTo>
                <a:cubicBezTo>
                  <a:pt x="318" y="1589"/>
                  <a:pt x="337" y="1607"/>
                  <a:pt x="360" y="1607"/>
                </a:cubicBezTo>
                <a:cubicBezTo>
                  <a:pt x="987" y="1607"/>
                  <a:pt x="987" y="1607"/>
                  <a:pt x="987" y="1607"/>
                </a:cubicBezTo>
                <a:cubicBezTo>
                  <a:pt x="1009" y="1607"/>
                  <a:pt x="1027" y="1589"/>
                  <a:pt x="1027" y="1566"/>
                </a:cubicBezTo>
                <a:cubicBezTo>
                  <a:pt x="1027" y="1544"/>
                  <a:pt x="1009" y="1525"/>
                  <a:pt x="987" y="1525"/>
                </a:cubicBezTo>
                <a:close/>
                <a:moveTo>
                  <a:pt x="1347" y="674"/>
                </a:moveTo>
                <a:cubicBezTo>
                  <a:pt x="1347" y="674"/>
                  <a:pt x="1347" y="674"/>
                  <a:pt x="1347" y="674"/>
                </a:cubicBezTo>
                <a:cubicBezTo>
                  <a:pt x="1347" y="488"/>
                  <a:pt x="1272" y="320"/>
                  <a:pt x="1149" y="198"/>
                </a:cubicBezTo>
                <a:cubicBezTo>
                  <a:pt x="1027" y="76"/>
                  <a:pt x="859" y="0"/>
                  <a:pt x="673" y="0"/>
                </a:cubicBezTo>
                <a:cubicBezTo>
                  <a:pt x="488" y="0"/>
                  <a:pt x="318" y="76"/>
                  <a:pt x="197" y="198"/>
                </a:cubicBezTo>
                <a:cubicBezTo>
                  <a:pt x="75" y="320"/>
                  <a:pt x="0" y="488"/>
                  <a:pt x="0" y="674"/>
                </a:cubicBezTo>
                <a:cubicBezTo>
                  <a:pt x="0" y="794"/>
                  <a:pt x="31" y="907"/>
                  <a:pt x="86" y="1005"/>
                </a:cubicBezTo>
                <a:cubicBezTo>
                  <a:pt x="138" y="1094"/>
                  <a:pt x="207" y="1171"/>
                  <a:pt x="292" y="1229"/>
                </a:cubicBezTo>
                <a:cubicBezTo>
                  <a:pt x="292" y="1418"/>
                  <a:pt x="292" y="1418"/>
                  <a:pt x="292" y="1418"/>
                </a:cubicBezTo>
                <a:cubicBezTo>
                  <a:pt x="292" y="1456"/>
                  <a:pt x="322" y="1487"/>
                  <a:pt x="360" y="1487"/>
                </a:cubicBezTo>
                <a:cubicBezTo>
                  <a:pt x="987" y="1487"/>
                  <a:pt x="987" y="1487"/>
                  <a:pt x="987" y="1487"/>
                </a:cubicBezTo>
                <a:cubicBezTo>
                  <a:pt x="1025" y="1487"/>
                  <a:pt x="1055" y="1456"/>
                  <a:pt x="1055" y="1418"/>
                </a:cubicBezTo>
                <a:cubicBezTo>
                  <a:pt x="1055" y="1229"/>
                  <a:pt x="1055" y="1229"/>
                  <a:pt x="1055" y="1229"/>
                </a:cubicBezTo>
                <a:cubicBezTo>
                  <a:pt x="1140" y="1171"/>
                  <a:pt x="1210" y="1094"/>
                  <a:pt x="1260" y="1005"/>
                </a:cubicBezTo>
                <a:cubicBezTo>
                  <a:pt x="1316" y="906"/>
                  <a:pt x="1347" y="794"/>
                  <a:pt x="1347" y="674"/>
                </a:cubicBezTo>
                <a:close/>
                <a:moveTo>
                  <a:pt x="1142" y="938"/>
                </a:moveTo>
                <a:cubicBezTo>
                  <a:pt x="1142" y="938"/>
                  <a:pt x="1142" y="938"/>
                  <a:pt x="1142" y="938"/>
                </a:cubicBezTo>
                <a:cubicBezTo>
                  <a:pt x="1141" y="938"/>
                  <a:pt x="1141" y="938"/>
                  <a:pt x="1141" y="938"/>
                </a:cubicBezTo>
                <a:cubicBezTo>
                  <a:pt x="1096" y="1019"/>
                  <a:pt x="1030" y="1087"/>
                  <a:pt x="951" y="1135"/>
                </a:cubicBezTo>
                <a:cubicBezTo>
                  <a:pt x="931" y="1147"/>
                  <a:pt x="919" y="1170"/>
                  <a:pt x="919" y="1193"/>
                </a:cubicBezTo>
                <a:cubicBezTo>
                  <a:pt x="918" y="1193"/>
                  <a:pt x="918" y="1193"/>
                  <a:pt x="918" y="1193"/>
                </a:cubicBezTo>
                <a:cubicBezTo>
                  <a:pt x="918" y="1350"/>
                  <a:pt x="918" y="1350"/>
                  <a:pt x="918" y="1350"/>
                </a:cubicBezTo>
                <a:cubicBezTo>
                  <a:pt x="429" y="1350"/>
                  <a:pt x="429" y="1350"/>
                  <a:pt x="429" y="1350"/>
                </a:cubicBezTo>
                <a:cubicBezTo>
                  <a:pt x="429" y="1193"/>
                  <a:pt x="429" y="1193"/>
                  <a:pt x="429" y="1193"/>
                </a:cubicBezTo>
                <a:cubicBezTo>
                  <a:pt x="429" y="1165"/>
                  <a:pt x="413" y="1142"/>
                  <a:pt x="389" y="1132"/>
                </a:cubicBezTo>
                <a:cubicBezTo>
                  <a:pt x="313" y="1083"/>
                  <a:pt x="249" y="1017"/>
                  <a:pt x="205" y="938"/>
                </a:cubicBezTo>
                <a:cubicBezTo>
                  <a:pt x="161" y="860"/>
                  <a:pt x="136" y="770"/>
                  <a:pt x="136" y="674"/>
                </a:cubicBezTo>
                <a:cubicBezTo>
                  <a:pt x="136" y="527"/>
                  <a:pt x="197" y="392"/>
                  <a:pt x="294" y="295"/>
                </a:cubicBezTo>
                <a:cubicBezTo>
                  <a:pt x="390" y="197"/>
                  <a:pt x="526" y="137"/>
                  <a:pt x="673" y="137"/>
                </a:cubicBezTo>
                <a:cubicBezTo>
                  <a:pt x="821" y="137"/>
                  <a:pt x="956" y="197"/>
                  <a:pt x="1053" y="295"/>
                </a:cubicBezTo>
                <a:cubicBezTo>
                  <a:pt x="1150" y="392"/>
                  <a:pt x="1210" y="527"/>
                  <a:pt x="1210" y="674"/>
                </a:cubicBezTo>
                <a:cubicBezTo>
                  <a:pt x="1210" y="771"/>
                  <a:pt x="1186" y="861"/>
                  <a:pt x="1142" y="938"/>
                </a:cubicBezTo>
                <a:close/>
                <a:moveTo>
                  <a:pt x="855" y="1668"/>
                </a:moveTo>
                <a:cubicBezTo>
                  <a:pt x="855" y="1668"/>
                  <a:pt x="855" y="1668"/>
                  <a:pt x="855" y="1668"/>
                </a:cubicBezTo>
                <a:cubicBezTo>
                  <a:pt x="492" y="1668"/>
                  <a:pt x="492" y="1668"/>
                  <a:pt x="492" y="1668"/>
                </a:cubicBezTo>
                <a:cubicBezTo>
                  <a:pt x="469" y="1668"/>
                  <a:pt x="450" y="1686"/>
                  <a:pt x="450" y="1709"/>
                </a:cubicBezTo>
                <a:cubicBezTo>
                  <a:pt x="450" y="1731"/>
                  <a:pt x="469" y="1750"/>
                  <a:pt x="492" y="1750"/>
                </a:cubicBezTo>
                <a:cubicBezTo>
                  <a:pt x="855" y="1750"/>
                  <a:pt x="855" y="1750"/>
                  <a:pt x="855" y="1750"/>
                </a:cubicBezTo>
                <a:cubicBezTo>
                  <a:pt x="877" y="1750"/>
                  <a:pt x="896" y="1731"/>
                  <a:pt x="896" y="1709"/>
                </a:cubicBezTo>
                <a:cubicBezTo>
                  <a:pt x="896" y="1686"/>
                  <a:pt x="877" y="1668"/>
                  <a:pt x="855" y="1668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1475656" y="2088545"/>
            <a:ext cx="6192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4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QG</a:t>
            </a:r>
            <a:r>
              <a:rPr lang="zh-CN" altLang="en-US" sz="4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中期考核答辩</a:t>
            </a:r>
          </a:p>
        </p:txBody>
      </p:sp>
      <p:sp>
        <p:nvSpPr>
          <p:cNvPr id="23" name="圆角矩形 22"/>
          <p:cNvSpPr/>
          <p:nvPr/>
        </p:nvSpPr>
        <p:spPr>
          <a:xfrm>
            <a:off x="2286000" y="3154938"/>
            <a:ext cx="4573568" cy="246221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dist">
              <a:buFont typeface="Arial" pitchFamily="34" charset="0"/>
              <a:buNone/>
            </a:pP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</a:rPr>
              <a:t>THESIS DEFENSE POWERPOINT TEMPLATE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577F23C-E691-4703-84DE-687147774A92}"/>
              </a:ext>
            </a:extLst>
          </p:cNvPr>
          <p:cNvGrpSpPr/>
          <p:nvPr/>
        </p:nvGrpSpPr>
        <p:grpSpPr>
          <a:xfrm>
            <a:off x="3906796" y="4083918"/>
            <a:ext cx="1330408" cy="253916"/>
            <a:chOff x="4813893" y="4132079"/>
            <a:chExt cx="1330408" cy="253916"/>
          </a:xfrm>
        </p:grpSpPr>
        <p:grpSp>
          <p:nvGrpSpPr>
            <p:cNvPr id="29" name="Group 14"/>
            <p:cNvGrpSpPr/>
            <p:nvPr/>
          </p:nvGrpSpPr>
          <p:grpSpPr bwMode="auto">
            <a:xfrm>
              <a:off x="4813893" y="4183426"/>
              <a:ext cx="174306" cy="174304"/>
              <a:chOff x="4248" y="3024"/>
              <a:chExt cx="600" cy="599"/>
            </a:xfrm>
          </p:grpSpPr>
          <p:sp>
            <p:nvSpPr>
              <p:cNvPr id="30" name="Oval 15"/>
              <p:cNvSpPr>
                <a:spLocks noChangeArrowheads="1"/>
              </p:cNvSpPr>
              <p:nvPr/>
            </p:nvSpPr>
            <p:spPr bwMode="auto">
              <a:xfrm>
                <a:off x="4248" y="3024"/>
                <a:ext cx="600" cy="599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grpSp>
            <p:nvGrpSpPr>
              <p:cNvPr id="31" name="Group 16"/>
              <p:cNvGrpSpPr/>
              <p:nvPr/>
            </p:nvGrpSpPr>
            <p:grpSpPr bwMode="auto">
              <a:xfrm>
                <a:off x="4441" y="3144"/>
                <a:ext cx="215" cy="345"/>
                <a:chOff x="4441" y="3144"/>
                <a:chExt cx="215" cy="345"/>
              </a:xfrm>
            </p:grpSpPr>
            <p:sp>
              <p:nvSpPr>
                <p:cNvPr id="32" name="Freeform 17"/>
                <p:cNvSpPr>
                  <a:spLocks noEditPoints="1"/>
                </p:cNvSpPr>
                <p:nvPr/>
              </p:nvSpPr>
              <p:spPr bwMode="auto">
                <a:xfrm>
                  <a:off x="4474" y="3144"/>
                  <a:ext cx="149" cy="253"/>
                </a:xfrm>
                <a:custGeom>
                  <a:avLst/>
                  <a:gdLst>
                    <a:gd name="T0" fmla="*/ 31 w 63"/>
                    <a:gd name="T1" fmla="*/ 107 h 107"/>
                    <a:gd name="T2" fmla="*/ 63 w 63"/>
                    <a:gd name="T3" fmla="*/ 78 h 107"/>
                    <a:gd name="T4" fmla="*/ 63 w 63"/>
                    <a:gd name="T5" fmla="*/ 29 h 107"/>
                    <a:gd name="T6" fmla="*/ 31 w 63"/>
                    <a:gd name="T7" fmla="*/ 0 h 107"/>
                    <a:gd name="T8" fmla="*/ 0 w 63"/>
                    <a:gd name="T9" fmla="*/ 29 h 107"/>
                    <a:gd name="T10" fmla="*/ 0 w 63"/>
                    <a:gd name="T11" fmla="*/ 78 h 107"/>
                    <a:gd name="T12" fmla="*/ 31 w 63"/>
                    <a:gd name="T13" fmla="*/ 107 h 107"/>
                    <a:gd name="T14" fmla="*/ 10 w 63"/>
                    <a:gd name="T15" fmla="*/ 29 h 107"/>
                    <a:gd name="T16" fmla="*/ 31 w 63"/>
                    <a:gd name="T17" fmla="*/ 10 h 107"/>
                    <a:gd name="T18" fmla="*/ 53 w 63"/>
                    <a:gd name="T19" fmla="*/ 29 h 107"/>
                    <a:gd name="T20" fmla="*/ 53 w 63"/>
                    <a:gd name="T21" fmla="*/ 78 h 107"/>
                    <a:gd name="T22" fmla="*/ 31 w 63"/>
                    <a:gd name="T23" fmla="*/ 97 h 107"/>
                    <a:gd name="T24" fmla="*/ 10 w 63"/>
                    <a:gd name="T25" fmla="*/ 78 h 107"/>
                    <a:gd name="T26" fmla="*/ 10 w 63"/>
                    <a:gd name="T27" fmla="*/ 29 h 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63" h="107">
                      <a:moveTo>
                        <a:pt x="31" y="107"/>
                      </a:moveTo>
                      <a:cubicBezTo>
                        <a:pt x="49" y="107"/>
                        <a:pt x="63" y="94"/>
                        <a:pt x="63" y="78"/>
                      </a:cubicBezTo>
                      <a:cubicBezTo>
                        <a:pt x="63" y="29"/>
                        <a:pt x="63" y="29"/>
                        <a:pt x="63" y="29"/>
                      </a:cubicBezTo>
                      <a:cubicBezTo>
                        <a:pt x="63" y="13"/>
                        <a:pt x="49" y="0"/>
                        <a:pt x="31" y="0"/>
                      </a:cubicBezTo>
                      <a:cubicBezTo>
                        <a:pt x="14" y="0"/>
                        <a:pt x="0" y="13"/>
                        <a:pt x="0" y="29"/>
                      </a:cubicBezTo>
                      <a:cubicBezTo>
                        <a:pt x="0" y="78"/>
                        <a:pt x="0" y="78"/>
                        <a:pt x="0" y="78"/>
                      </a:cubicBezTo>
                      <a:cubicBezTo>
                        <a:pt x="0" y="94"/>
                        <a:pt x="14" y="107"/>
                        <a:pt x="31" y="107"/>
                      </a:cubicBezTo>
                      <a:close/>
                      <a:moveTo>
                        <a:pt x="10" y="29"/>
                      </a:moveTo>
                      <a:cubicBezTo>
                        <a:pt x="10" y="18"/>
                        <a:pt x="19" y="10"/>
                        <a:pt x="31" y="10"/>
                      </a:cubicBezTo>
                      <a:cubicBezTo>
                        <a:pt x="43" y="10"/>
                        <a:pt x="53" y="18"/>
                        <a:pt x="53" y="29"/>
                      </a:cubicBezTo>
                      <a:cubicBezTo>
                        <a:pt x="53" y="78"/>
                        <a:pt x="53" y="78"/>
                        <a:pt x="53" y="78"/>
                      </a:cubicBezTo>
                      <a:cubicBezTo>
                        <a:pt x="53" y="88"/>
                        <a:pt x="43" y="97"/>
                        <a:pt x="31" y="97"/>
                      </a:cubicBezTo>
                      <a:cubicBezTo>
                        <a:pt x="19" y="97"/>
                        <a:pt x="10" y="88"/>
                        <a:pt x="10" y="78"/>
                      </a:cubicBezTo>
                      <a:lnTo>
                        <a:pt x="10" y="29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6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3" name="Freeform 18"/>
                <p:cNvSpPr/>
                <p:nvPr/>
              </p:nvSpPr>
              <p:spPr bwMode="auto">
                <a:xfrm>
                  <a:off x="4441" y="3267"/>
                  <a:ext cx="215" cy="222"/>
                </a:xfrm>
                <a:custGeom>
                  <a:avLst/>
                  <a:gdLst>
                    <a:gd name="T0" fmla="*/ 86 w 91"/>
                    <a:gd name="T1" fmla="*/ 0 h 94"/>
                    <a:gd name="T2" fmla="*/ 81 w 91"/>
                    <a:gd name="T3" fmla="*/ 5 h 94"/>
                    <a:gd name="T4" fmla="*/ 81 w 91"/>
                    <a:gd name="T5" fmla="*/ 28 h 94"/>
                    <a:gd name="T6" fmla="*/ 45 w 91"/>
                    <a:gd name="T7" fmla="*/ 59 h 94"/>
                    <a:gd name="T8" fmla="*/ 10 w 91"/>
                    <a:gd name="T9" fmla="*/ 28 h 94"/>
                    <a:gd name="T10" fmla="*/ 10 w 91"/>
                    <a:gd name="T11" fmla="*/ 5 h 94"/>
                    <a:gd name="T12" fmla="*/ 5 w 91"/>
                    <a:gd name="T13" fmla="*/ 0 h 94"/>
                    <a:gd name="T14" fmla="*/ 0 w 91"/>
                    <a:gd name="T15" fmla="*/ 5 h 94"/>
                    <a:gd name="T16" fmla="*/ 0 w 91"/>
                    <a:gd name="T17" fmla="*/ 28 h 94"/>
                    <a:gd name="T18" fmla="*/ 40 w 91"/>
                    <a:gd name="T19" fmla="*/ 69 h 94"/>
                    <a:gd name="T20" fmla="*/ 40 w 91"/>
                    <a:gd name="T21" fmla="*/ 84 h 94"/>
                    <a:gd name="T22" fmla="*/ 20 w 91"/>
                    <a:gd name="T23" fmla="*/ 84 h 94"/>
                    <a:gd name="T24" fmla="*/ 15 w 91"/>
                    <a:gd name="T25" fmla="*/ 89 h 94"/>
                    <a:gd name="T26" fmla="*/ 20 w 91"/>
                    <a:gd name="T27" fmla="*/ 94 h 94"/>
                    <a:gd name="T28" fmla="*/ 70 w 91"/>
                    <a:gd name="T29" fmla="*/ 94 h 94"/>
                    <a:gd name="T30" fmla="*/ 75 w 91"/>
                    <a:gd name="T31" fmla="*/ 89 h 94"/>
                    <a:gd name="T32" fmla="*/ 70 w 91"/>
                    <a:gd name="T33" fmla="*/ 84 h 94"/>
                    <a:gd name="T34" fmla="*/ 50 w 91"/>
                    <a:gd name="T35" fmla="*/ 84 h 94"/>
                    <a:gd name="T36" fmla="*/ 50 w 91"/>
                    <a:gd name="T37" fmla="*/ 69 h 94"/>
                    <a:gd name="T38" fmla="*/ 91 w 91"/>
                    <a:gd name="T39" fmla="*/ 28 h 94"/>
                    <a:gd name="T40" fmla="*/ 91 w 91"/>
                    <a:gd name="T41" fmla="*/ 5 h 94"/>
                    <a:gd name="T42" fmla="*/ 86 w 91"/>
                    <a:gd name="T43" fmla="*/ 0 h 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91" h="94">
                      <a:moveTo>
                        <a:pt x="86" y="0"/>
                      </a:moveTo>
                      <a:cubicBezTo>
                        <a:pt x="83" y="0"/>
                        <a:pt x="81" y="3"/>
                        <a:pt x="81" y="5"/>
                      </a:cubicBezTo>
                      <a:cubicBezTo>
                        <a:pt x="81" y="28"/>
                        <a:pt x="81" y="28"/>
                        <a:pt x="81" y="28"/>
                      </a:cubicBezTo>
                      <a:cubicBezTo>
                        <a:pt x="81" y="45"/>
                        <a:pt x="65" y="59"/>
                        <a:pt x="45" y="59"/>
                      </a:cubicBezTo>
                      <a:cubicBezTo>
                        <a:pt x="26" y="59"/>
                        <a:pt x="10" y="45"/>
                        <a:pt x="10" y="28"/>
                      </a:cubicBezTo>
                      <a:cubicBezTo>
                        <a:pt x="10" y="5"/>
                        <a:pt x="10" y="5"/>
                        <a:pt x="10" y="5"/>
                      </a:cubicBezTo>
                      <a:cubicBezTo>
                        <a:pt x="10" y="2"/>
                        <a:pt x="8" y="0"/>
                        <a:pt x="5" y="0"/>
                      </a:cubicBezTo>
                      <a:cubicBezTo>
                        <a:pt x="2" y="0"/>
                        <a:pt x="0" y="2"/>
                        <a:pt x="0" y="5"/>
                      </a:cubicBezTo>
                      <a:cubicBezTo>
                        <a:pt x="0" y="28"/>
                        <a:pt x="0" y="28"/>
                        <a:pt x="0" y="28"/>
                      </a:cubicBezTo>
                      <a:cubicBezTo>
                        <a:pt x="0" y="49"/>
                        <a:pt x="18" y="67"/>
                        <a:pt x="40" y="69"/>
                      </a:cubicBezTo>
                      <a:cubicBezTo>
                        <a:pt x="40" y="84"/>
                        <a:pt x="40" y="84"/>
                        <a:pt x="40" y="84"/>
                      </a:cubicBezTo>
                      <a:cubicBezTo>
                        <a:pt x="20" y="84"/>
                        <a:pt x="20" y="84"/>
                        <a:pt x="20" y="84"/>
                      </a:cubicBezTo>
                      <a:cubicBezTo>
                        <a:pt x="18" y="84"/>
                        <a:pt x="15" y="86"/>
                        <a:pt x="15" y="89"/>
                      </a:cubicBezTo>
                      <a:cubicBezTo>
                        <a:pt x="15" y="92"/>
                        <a:pt x="18" y="94"/>
                        <a:pt x="20" y="94"/>
                      </a:cubicBezTo>
                      <a:cubicBezTo>
                        <a:pt x="70" y="94"/>
                        <a:pt x="70" y="94"/>
                        <a:pt x="70" y="94"/>
                      </a:cubicBezTo>
                      <a:cubicBezTo>
                        <a:pt x="73" y="94"/>
                        <a:pt x="75" y="92"/>
                        <a:pt x="75" y="89"/>
                      </a:cubicBezTo>
                      <a:cubicBezTo>
                        <a:pt x="75" y="86"/>
                        <a:pt x="73" y="84"/>
                        <a:pt x="70" y="84"/>
                      </a:cubicBezTo>
                      <a:cubicBezTo>
                        <a:pt x="50" y="84"/>
                        <a:pt x="50" y="84"/>
                        <a:pt x="50" y="84"/>
                      </a:cubicBezTo>
                      <a:cubicBezTo>
                        <a:pt x="50" y="69"/>
                        <a:pt x="50" y="69"/>
                        <a:pt x="50" y="69"/>
                      </a:cubicBezTo>
                      <a:cubicBezTo>
                        <a:pt x="73" y="67"/>
                        <a:pt x="91" y="49"/>
                        <a:pt x="91" y="28"/>
                      </a:cubicBezTo>
                      <a:cubicBezTo>
                        <a:pt x="91" y="5"/>
                        <a:pt x="91" y="5"/>
                        <a:pt x="91" y="5"/>
                      </a:cubicBezTo>
                      <a:cubicBezTo>
                        <a:pt x="91" y="3"/>
                        <a:pt x="88" y="0"/>
                        <a:pt x="86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6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</p:grpSp>
        <p:sp>
          <p:nvSpPr>
            <p:cNvPr id="35" name="Text Box 20"/>
            <p:cNvSpPr txBox="1">
              <a:spLocks noChangeArrowheads="1"/>
            </p:cNvSpPr>
            <p:nvPr/>
          </p:nvSpPr>
          <p:spPr bwMode="auto">
            <a:xfrm>
              <a:off x="5017069" y="4132079"/>
              <a:ext cx="1127232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0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答辩人：王伟杭</a:t>
              </a:r>
              <a:endPara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0" y="2946544"/>
            <a:ext cx="9144000" cy="54006"/>
            <a:chOff x="2190216" y="0"/>
            <a:chExt cx="7128792" cy="108012"/>
          </a:xfrm>
        </p:grpSpPr>
        <p:sp>
          <p:nvSpPr>
            <p:cNvPr id="4" name="矩形 3"/>
            <p:cNvSpPr/>
            <p:nvPr/>
          </p:nvSpPr>
          <p:spPr>
            <a:xfrm>
              <a:off x="2190216" y="0"/>
              <a:ext cx="1188132" cy="1080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3378348" y="0"/>
              <a:ext cx="1188132" cy="1080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4566480" y="0"/>
              <a:ext cx="1188132" cy="1080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5754612" y="0"/>
              <a:ext cx="1188132" cy="10801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6942744" y="0"/>
              <a:ext cx="1188132" cy="10801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/>
            <p:cNvSpPr/>
            <p:nvPr/>
          </p:nvSpPr>
          <p:spPr>
            <a:xfrm>
              <a:off x="8130876" y="0"/>
              <a:ext cx="1188132" cy="108012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3294112" y="1125349"/>
            <a:ext cx="2555776" cy="47429"/>
            <a:chOff x="2190216" y="0"/>
            <a:chExt cx="4752528" cy="108012"/>
          </a:xfrm>
        </p:grpSpPr>
        <p:sp>
          <p:nvSpPr>
            <p:cNvPr id="4" name="矩形 3"/>
            <p:cNvSpPr/>
            <p:nvPr/>
          </p:nvSpPr>
          <p:spPr>
            <a:xfrm>
              <a:off x="2190216" y="0"/>
              <a:ext cx="1188132" cy="1080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3378348" y="0"/>
              <a:ext cx="1188132" cy="1080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4566480" y="0"/>
              <a:ext cx="1188132" cy="1080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5754612" y="0"/>
              <a:ext cx="1188132" cy="10801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3832860" y="313244"/>
            <a:ext cx="14782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ln w="6350">
                  <a:noFill/>
                </a:ln>
                <a:solidFill>
                  <a:schemeClr val="accent1"/>
                </a:solidFill>
                <a:latin typeface="Impact" pitchFamily="34" charset="0"/>
                <a:ea typeface="微软雅黑" pitchFamily="34" charset="-122"/>
              </a:rPr>
              <a:t>目  录</a:t>
            </a:r>
            <a:endParaRPr lang="en-US" altLang="zh-CN" sz="2800" b="1" dirty="0">
              <a:ln w="6350">
                <a:noFill/>
              </a:ln>
              <a:solidFill>
                <a:schemeClr val="accent1"/>
              </a:solidFill>
              <a:latin typeface="Impact" pitchFamily="34" charset="0"/>
              <a:ea typeface="微软雅黑" pitchFamily="34" charset="-122"/>
            </a:endParaRPr>
          </a:p>
          <a:p>
            <a:pPr algn="ctr"/>
            <a:r>
              <a:rPr lang="en-US" altLang="zh-CN" sz="1600" dirty="0">
                <a:ln w="635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CONTENTS</a:t>
            </a:r>
            <a:endParaRPr lang="zh-CN" altLang="en-US" sz="1600" dirty="0">
              <a:ln w="6350"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22514" y="2571750"/>
            <a:ext cx="1512542" cy="1895740"/>
            <a:chOff x="522514" y="3027330"/>
            <a:chExt cx="1512542" cy="1440160"/>
          </a:xfrm>
        </p:grpSpPr>
        <p:sp>
          <p:nvSpPr>
            <p:cNvPr id="54" name="矩形 53"/>
            <p:cNvSpPr/>
            <p:nvPr/>
          </p:nvSpPr>
          <p:spPr>
            <a:xfrm>
              <a:off x="522514" y="3027330"/>
              <a:ext cx="1512542" cy="1440160"/>
            </a:xfrm>
            <a:prstGeom prst="rect">
              <a:avLst/>
            </a:prstGeom>
            <a:solidFill>
              <a:schemeClr val="bg1">
                <a:lumMod val="8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5" name="直接连接符 54"/>
            <p:cNvCxnSpPr/>
            <p:nvPr/>
          </p:nvCxnSpPr>
          <p:spPr>
            <a:xfrm>
              <a:off x="522514" y="3393953"/>
              <a:ext cx="1512542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Freeform 9"/>
          <p:cNvSpPr>
            <a:spLocks noEditPoints="1"/>
          </p:cNvSpPr>
          <p:nvPr/>
        </p:nvSpPr>
        <p:spPr bwMode="auto">
          <a:xfrm>
            <a:off x="7681431" y="208021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0" name="Freeform 10"/>
          <p:cNvSpPr>
            <a:spLocks noEditPoints="1"/>
          </p:cNvSpPr>
          <p:nvPr/>
        </p:nvSpPr>
        <p:spPr bwMode="auto">
          <a:xfrm>
            <a:off x="2800042" y="2062748"/>
            <a:ext cx="286864" cy="287612"/>
          </a:xfrm>
          <a:custGeom>
            <a:avLst/>
            <a:gdLst>
              <a:gd name="T0" fmla="*/ 47 w 162"/>
              <a:gd name="T1" fmla="*/ 34 h 163"/>
              <a:gd name="T2" fmla="*/ 34 w 162"/>
              <a:gd name="T3" fmla="*/ 47 h 163"/>
              <a:gd name="T4" fmla="*/ 32 w 162"/>
              <a:gd name="T5" fmla="*/ 61 h 163"/>
              <a:gd name="T6" fmla="*/ 41 w 162"/>
              <a:gd name="T7" fmla="*/ 52 h 163"/>
              <a:gd name="T8" fmla="*/ 52 w 162"/>
              <a:gd name="T9" fmla="*/ 41 h 163"/>
              <a:gd name="T10" fmla="*/ 60 w 162"/>
              <a:gd name="T11" fmla="*/ 32 h 163"/>
              <a:gd name="T12" fmla="*/ 160 w 162"/>
              <a:gd name="T13" fmla="*/ 150 h 163"/>
              <a:gd name="T14" fmla="*/ 130 w 162"/>
              <a:gd name="T15" fmla="*/ 121 h 163"/>
              <a:gd name="T16" fmla="*/ 147 w 162"/>
              <a:gd name="T17" fmla="*/ 74 h 163"/>
              <a:gd name="T18" fmla="*/ 142 w 162"/>
              <a:gd name="T19" fmla="*/ 46 h 163"/>
              <a:gd name="T20" fmla="*/ 126 w 162"/>
              <a:gd name="T21" fmla="*/ 22 h 163"/>
              <a:gd name="T22" fmla="*/ 74 w 162"/>
              <a:gd name="T23" fmla="*/ 0 h 163"/>
              <a:gd name="T24" fmla="*/ 6 w 162"/>
              <a:gd name="T25" fmla="*/ 46 h 163"/>
              <a:gd name="T26" fmla="*/ 5 w 162"/>
              <a:gd name="T27" fmla="*/ 102 h 163"/>
              <a:gd name="T28" fmla="*/ 21 w 162"/>
              <a:gd name="T29" fmla="*/ 126 h 163"/>
              <a:gd name="T30" fmla="*/ 45 w 162"/>
              <a:gd name="T31" fmla="*/ 142 h 163"/>
              <a:gd name="T32" fmla="*/ 45 w 162"/>
              <a:gd name="T33" fmla="*/ 142 h 163"/>
              <a:gd name="T34" fmla="*/ 102 w 162"/>
              <a:gd name="T35" fmla="*/ 142 h 163"/>
              <a:gd name="T36" fmla="*/ 150 w 162"/>
              <a:gd name="T37" fmla="*/ 160 h 163"/>
              <a:gd name="T38" fmla="*/ 160 w 162"/>
              <a:gd name="T39" fmla="*/ 150 h 163"/>
              <a:gd name="T40" fmla="*/ 116 w 162"/>
              <a:gd name="T41" fmla="*/ 117 h 163"/>
              <a:gd name="T42" fmla="*/ 97 w 162"/>
              <a:gd name="T43" fmla="*/ 130 h 163"/>
              <a:gd name="T44" fmla="*/ 51 w 162"/>
              <a:gd name="T45" fmla="*/ 130 h 163"/>
              <a:gd name="T46" fmla="*/ 31 w 162"/>
              <a:gd name="T47" fmla="*/ 117 h 163"/>
              <a:gd name="T48" fmla="*/ 31 w 162"/>
              <a:gd name="T49" fmla="*/ 117 h 163"/>
              <a:gd name="T50" fmla="*/ 18 w 162"/>
              <a:gd name="T51" fmla="*/ 97 h 163"/>
              <a:gd name="T52" fmla="*/ 18 w 162"/>
              <a:gd name="T53" fmla="*/ 51 h 163"/>
              <a:gd name="T54" fmla="*/ 74 w 162"/>
              <a:gd name="T55" fmla="*/ 14 h 163"/>
              <a:gd name="T56" fmla="*/ 116 w 162"/>
              <a:gd name="T57" fmla="*/ 31 h 163"/>
              <a:gd name="T58" fmla="*/ 129 w 162"/>
              <a:gd name="T59" fmla="*/ 51 h 163"/>
              <a:gd name="T60" fmla="*/ 134 w 162"/>
              <a:gd name="T61" fmla="*/ 74 h 163"/>
              <a:gd name="T62" fmla="*/ 116 w 162"/>
              <a:gd name="T63" fmla="*/ 117 h 163"/>
              <a:gd name="T64" fmla="*/ 117 w 162"/>
              <a:gd name="T65" fmla="*/ 70 h 163"/>
              <a:gd name="T66" fmla="*/ 110 w 162"/>
              <a:gd name="T67" fmla="*/ 89 h 163"/>
              <a:gd name="T68" fmla="*/ 102 w 162"/>
              <a:gd name="T69" fmla="*/ 102 h 163"/>
              <a:gd name="T70" fmla="*/ 74 w 162"/>
              <a:gd name="T71" fmla="*/ 114 h 163"/>
              <a:gd name="T72" fmla="*/ 74 w 162"/>
              <a:gd name="T73" fmla="*/ 122 h 163"/>
              <a:gd name="T74" fmla="*/ 107 w 162"/>
              <a:gd name="T75" fmla="*/ 108 h 163"/>
              <a:gd name="T76" fmla="*/ 118 w 162"/>
              <a:gd name="T77" fmla="*/ 92 h 163"/>
              <a:gd name="T78" fmla="*/ 117 w 162"/>
              <a:gd name="T79" fmla="*/ 70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62" h="163">
                <a:moveTo>
                  <a:pt x="55" y="30"/>
                </a:moveTo>
                <a:cubicBezTo>
                  <a:pt x="52" y="31"/>
                  <a:pt x="50" y="33"/>
                  <a:pt x="47" y="34"/>
                </a:cubicBezTo>
                <a:cubicBezTo>
                  <a:pt x="44" y="36"/>
                  <a:pt x="42" y="38"/>
                  <a:pt x="40" y="40"/>
                </a:cubicBezTo>
                <a:cubicBezTo>
                  <a:pt x="38" y="42"/>
                  <a:pt x="36" y="45"/>
                  <a:pt x="34" y="47"/>
                </a:cubicBezTo>
                <a:cubicBezTo>
                  <a:pt x="32" y="50"/>
                  <a:pt x="31" y="53"/>
                  <a:pt x="30" y="55"/>
                </a:cubicBezTo>
                <a:cubicBezTo>
                  <a:pt x="29" y="57"/>
                  <a:pt x="30" y="60"/>
                  <a:pt x="32" y="61"/>
                </a:cubicBezTo>
                <a:cubicBezTo>
                  <a:pt x="34" y="62"/>
                  <a:pt x="36" y="61"/>
                  <a:pt x="37" y="59"/>
                </a:cubicBezTo>
                <a:cubicBezTo>
                  <a:pt x="38" y="56"/>
                  <a:pt x="39" y="54"/>
                  <a:pt x="41" y="52"/>
                </a:cubicBezTo>
                <a:cubicBezTo>
                  <a:pt x="42" y="50"/>
                  <a:pt x="44" y="48"/>
                  <a:pt x="46" y="46"/>
                </a:cubicBezTo>
                <a:cubicBezTo>
                  <a:pt x="48" y="44"/>
                  <a:pt x="49" y="43"/>
                  <a:pt x="52" y="41"/>
                </a:cubicBezTo>
                <a:cubicBezTo>
                  <a:pt x="54" y="40"/>
                  <a:pt x="56" y="38"/>
                  <a:pt x="58" y="37"/>
                </a:cubicBezTo>
                <a:cubicBezTo>
                  <a:pt x="60" y="37"/>
                  <a:pt x="61" y="34"/>
                  <a:pt x="60" y="32"/>
                </a:cubicBezTo>
                <a:cubicBezTo>
                  <a:pt x="59" y="30"/>
                  <a:pt x="57" y="29"/>
                  <a:pt x="55" y="30"/>
                </a:cubicBezTo>
                <a:close/>
                <a:moveTo>
                  <a:pt x="160" y="150"/>
                </a:moveTo>
                <a:cubicBezTo>
                  <a:pt x="160" y="150"/>
                  <a:pt x="160" y="150"/>
                  <a:pt x="160" y="150"/>
                </a:cubicBezTo>
                <a:cubicBezTo>
                  <a:pt x="130" y="121"/>
                  <a:pt x="130" y="121"/>
                  <a:pt x="130" y="121"/>
                </a:cubicBezTo>
                <a:cubicBezTo>
                  <a:pt x="135" y="115"/>
                  <a:pt x="139" y="109"/>
                  <a:pt x="142" y="102"/>
                </a:cubicBezTo>
                <a:cubicBezTo>
                  <a:pt x="145" y="93"/>
                  <a:pt x="147" y="84"/>
                  <a:pt x="147" y="74"/>
                </a:cubicBezTo>
                <a:cubicBezTo>
                  <a:pt x="147" y="64"/>
                  <a:pt x="145" y="55"/>
                  <a:pt x="142" y="46"/>
                </a:cubicBezTo>
                <a:cubicBezTo>
                  <a:pt x="142" y="46"/>
                  <a:pt x="142" y="46"/>
                  <a:pt x="142" y="46"/>
                </a:cubicBezTo>
                <a:cubicBezTo>
                  <a:pt x="138" y="37"/>
                  <a:pt x="133" y="29"/>
                  <a:pt x="126" y="22"/>
                </a:cubicBezTo>
                <a:cubicBezTo>
                  <a:pt x="126" y="22"/>
                  <a:pt x="126" y="22"/>
                  <a:pt x="126" y="22"/>
                </a:cubicBezTo>
                <a:cubicBezTo>
                  <a:pt x="119" y="15"/>
                  <a:pt x="111" y="10"/>
                  <a:pt x="102" y="6"/>
                </a:cubicBezTo>
                <a:cubicBezTo>
                  <a:pt x="93" y="2"/>
                  <a:pt x="84" y="0"/>
                  <a:pt x="74" y="0"/>
                </a:cubicBezTo>
                <a:cubicBezTo>
                  <a:pt x="53" y="0"/>
                  <a:pt x="35" y="8"/>
                  <a:pt x="21" y="22"/>
                </a:cubicBezTo>
                <a:cubicBezTo>
                  <a:pt x="15" y="29"/>
                  <a:pt x="9" y="37"/>
                  <a:pt x="6" y="46"/>
                </a:cubicBezTo>
                <a:cubicBezTo>
                  <a:pt x="2" y="55"/>
                  <a:pt x="0" y="64"/>
                  <a:pt x="0" y="74"/>
                </a:cubicBezTo>
                <a:cubicBezTo>
                  <a:pt x="0" y="84"/>
                  <a:pt x="2" y="93"/>
                  <a:pt x="5" y="102"/>
                </a:cubicBezTo>
                <a:cubicBezTo>
                  <a:pt x="6" y="102"/>
                  <a:pt x="6" y="102"/>
                  <a:pt x="6" y="102"/>
                </a:cubicBezTo>
                <a:cubicBezTo>
                  <a:pt x="9" y="111"/>
                  <a:pt x="15" y="119"/>
                  <a:pt x="21" y="126"/>
                </a:cubicBezTo>
                <a:cubicBezTo>
                  <a:pt x="22" y="126"/>
                  <a:pt x="22" y="126"/>
                  <a:pt x="22" y="126"/>
                </a:cubicBezTo>
                <a:cubicBezTo>
                  <a:pt x="28" y="133"/>
                  <a:pt x="36" y="138"/>
                  <a:pt x="45" y="142"/>
                </a:cubicBezTo>
                <a:cubicBezTo>
                  <a:pt x="45" y="142"/>
                  <a:pt x="45" y="142"/>
                  <a:pt x="45" y="142"/>
                </a:cubicBezTo>
                <a:cubicBezTo>
                  <a:pt x="45" y="142"/>
                  <a:pt x="45" y="142"/>
                  <a:pt x="45" y="142"/>
                </a:cubicBezTo>
                <a:cubicBezTo>
                  <a:pt x="54" y="146"/>
                  <a:pt x="64" y="148"/>
                  <a:pt x="74" y="148"/>
                </a:cubicBezTo>
                <a:cubicBezTo>
                  <a:pt x="84" y="148"/>
                  <a:pt x="93" y="146"/>
                  <a:pt x="102" y="142"/>
                </a:cubicBezTo>
                <a:cubicBezTo>
                  <a:pt x="109" y="139"/>
                  <a:pt x="115" y="135"/>
                  <a:pt x="121" y="131"/>
                </a:cubicBezTo>
                <a:cubicBezTo>
                  <a:pt x="150" y="160"/>
                  <a:pt x="150" y="160"/>
                  <a:pt x="150" y="160"/>
                </a:cubicBezTo>
                <a:cubicBezTo>
                  <a:pt x="153" y="163"/>
                  <a:pt x="157" y="163"/>
                  <a:pt x="160" y="160"/>
                </a:cubicBezTo>
                <a:cubicBezTo>
                  <a:pt x="162" y="157"/>
                  <a:pt x="162" y="153"/>
                  <a:pt x="160" y="150"/>
                </a:cubicBezTo>
                <a:close/>
                <a:moveTo>
                  <a:pt x="116" y="117"/>
                </a:moveTo>
                <a:cubicBezTo>
                  <a:pt x="116" y="117"/>
                  <a:pt x="116" y="117"/>
                  <a:pt x="116" y="117"/>
                </a:cubicBezTo>
                <a:cubicBezTo>
                  <a:pt x="116" y="117"/>
                  <a:pt x="116" y="117"/>
                  <a:pt x="116" y="117"/>
                </a:cubicBezTo>
                <a:cubicBezTo>
                  <a:pt x="111" y="122"/>
                  <a:pt x="104" y="127"/>
                  <a:pt x="97" y="130"/>
                </a:cubicBezTo>
                <a:cubicBezTo>
                  <a:pt x="90" y="133"/>
                  <a:pt x="82" y="134"/>
                  <a:pt x="74" y="134"/>
                </a:cubicBezTo>
                <a:cubicBezTo>
                  <a:pt x="65" y="134"/>
                  <a:pt x="58" y="133"/>
                  <a:pt x="51" y="130"/>
                </a:cubicBezTo>
                <a:cubicBezTo>
                  <a:pt x="51" y="130"/>
                  <a:pt x="51" y="130"/>
                  <a:pt x="51" y="130"/>
                </a:cubicBezTo>
                <a:cubicBezTo>
                  <a:pt x="43" y="127"/>
                  <a:pt x="37" y="122"/>
                  <a:pt x="31" y="117"/>
                </a:cubicBezTo>
                <a:cubicBezTo>
                  <a:pt x="31" y="117"/>
                  <a:pt x="31" y="117"/>
                  <a:pt x="31" y="117"/>
                </a:cubicBezTo>
                <a:cubicBezTo>
                  <a:pt x="31" y="117"/>
                  <a:pt x="31" y="117"/>
                  <a:pt x="31" y="117"/>
                </a:cubicBezTo>
                <a:cubicBezTo>
                  <a:pt x="26" y="111"/>
                  <a:pt x="21" y="104"/>
                  <a:pt x="18" y="97"/>
                </a:cubicBezTo>
                <a:cubicBezTo>
                  <a:pt x="18" y="97"/>
                  <a:pt x="18" y="97"/>
                  <a:pt x="18" y="97"/>
                </a:cubicBezTo>
                <a:cubicBezTo>
                  <a:pt x="15" y="90"/>
                  <a:pt x="13" y="82"/>
                  <a:pt x="13" y="74"/>
                </a:cubicBezTo>
                <a:cubicBezTo>
                  <a:pt x="13" y="66"/>
                  <a:pt x="15" y="58"/>
                  <a:pt x="18" y="51"/>
                </a:cubicBezTo>
                <a:cubicBezTo>
                  <a:pt x="21" y="44"/>
                  <a:pt x="26" y="37"/>
                  <a:pt x="31" y="31"/>
                </a:cubicBezTo>
                <a:cubicBezTo>
                  <a:pt x="42" y="21"/>
                  <a:pt x="57" y="14"/>
                  <a:pt x="74" y="14"/>
                </a:cubicBezTo>
                <a:cubicBezTo>
                  <a:pt x="82" y="14"/>
                  <a:pt x="90" y="15"/>
                  <a:pt x="97" y="18"/>
                </a:cubicBezTo>
                <a:cubicBezTo>
                  <a:pt x="104" y="21"/>
                  <a:pt x="111" y="26"/>
                  <a:pt x="116" y="31"/>
                </a:cubicBezTo>
                <a:cubicBezTo>
                  <a:pt x="117" y="32"/>
                  <a:pt x="117" y="32"/>
                  <a:pt x="117" y="32"/>
                </a:cubicBezTo>
                <a:cubicBezTo>
                  <a:pt x="122" y="37"/>
                  <a:pt x="126" y="44"/>
                  <a:pt x="129" y="51"/>
                </a:cubicBezTo>
                <a:cubicBezTo>
                  <a:pt x="129" y="51"/>
                  <a:pt x="129" y="51"/>
                  <a:pt x="129" y="51"/>
                </a:cubicBezTo>
                <a:cubicBezTo>
                  <a:pt x="132" y="58"/>
                  <a:pt x="134" y="66"/>
                  <a:pt x="134" y="74"/>
                </a:cubicBezTo>
                <a:cubicBezTo>
                  <a:pt x="134" y="82"/>
                  <a:pt x="132" y="90"/>
                  <a:pt x="129" y="97"/>
                </a:cubicBezTo>
                <a:cubicBezTo>
                  <a:pt x="126" y="104"/>
                  <a:pt x="122" y="111"/>
                  <a:pt x="116" y="117"/>
                </a:cubicBezTo>
                <a:close/>
                <a:moveTo>
                  <a:pt x="117" y="70"/>
                </a:moveTo>
                <a:cubicBezTo>
                  <a:pt x="117" y="70"/>
                  <a:pt x="117" y="70"/>
                  <a:pt x="117" y="70"/>
                </a:cubicBezTo>
                <a:cubicBezTo>
                  <a:pt x="115" y="70"/>
                  <a:pt x="113" y="72"/>
                  <a:pt x="113" y="74"/>
                </a:cubicBezTo>
                <a:cubicBezTo>
                  <a:pt x="113" y="79"/>
                  <a:pt x="112" y="84"/>
                  <a:pt x="110" y="89"/>
                </a:cubicBezTo>
                <a:cubicBezTo>
                  <a:pt x="110" y="89"/>
                  <a:pt x="110" y="89"/>
                  <a:pt x="110" y="89"/>
                </a:cubicBezTo>
                <a:cubicBezTo>
                  <a:pt x="108" y="94"/>
                  <a:pt x="105" y="98"/>
                  <a:pt x="102" y="102"/>
                </a:cubicBezTo>
                <a:cubicBezTo>
                  <a:pt x="98" y="106"/>
                  <a:pt x="94" y="109"/>
                  <a:pt x="89" y="111"/>
                </a:cubicBezTo>
                <a:cubicBezTo>
                  <a:pt x="84" y="113"/>
                  <a:pt x="79" y="114"/>
                  <a:pt x="74" y="114"/>
                </a:cubicBezTo>
                <a:cubicBezTo>
                  <a:pt x="71" y="114"/>
                  <a:pt x="70" y="115"/>
                  <a:pt x="70" y="118"/>
                </a:cubicBezTo>
                <a:cubicBezTo>
                  <a:pt x="70" y="120"/>
                  <a:pt x="71" y="122"/>
                  <a:pt x="74" y="122"/>
                </a:cubicBezTo>
                <a:cubicBezTo>
                  <a:pt x="80" y="122"/>
                  <a:pt x="86" y="120"/>
                  <a:pt x="92" y="118"/>
                </a:cubicBezTo>
                <a:cubicBezTo>
                  <a:pt x="98" y="116"/>
                  <a:pt x="103" y="112"/>
                  <a:pt x="107" y="108"/>
                </a:cubicBezTo>
                <a:cubicBezTo>
                  <a:pt x="112" y="103"/>
                  <a:pt x="115" y="98"/>
                  <a:pt x="118" y="92"/>
                </a:cubicBezTo>
                <a:cubicBezTo>
                  <a:pt x="118" y="92"/>
                  <a:pt x="118" y="92"/>
                  <a:pt x="118" y="92"/>
                </a:cubicBezTo>
                <a:cubicBezTo>
                  <a:pt x="120" y="86"/>
                  <a:pt x="121" y="80"/>
                  <a:pt x="121" y="74"/>
                </a:cubicBezTo>
                <a:cubicBezTo>
                  <a:pt x="121" y="72"/>
                  <a:pt x="120" y="70"/>
                  <a:pt x="117" y="7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1" name="Freeform 11"/>
          <p:cNvSpPr>
            <a:spLocks noEditPoints="1"/>
          </p:cNvSpPr>
          <p:nvPr/>
        </p:nvSpPr>
        <p:spPr bwMode="auto">
          <a:xfrm>
            <a:off x="6084764" y="2046842"/>
            <a:ext cx="246418" cy="313076"/>
          </a:xfrm>
          <a:custGeom>
            <a:avLst/>
            <a:gdLst>
              <a:gd name="T0" fmla="*/ 104 w 139"/>
              <a:gd name="T1" fmla="*/ 99 h 177"/>
              <a:gd name="T2" fmla="*/ 91 w 139"/>
              <a:gd name="T3" fmla="*/ 160 h 177"/>
              <a:gd name="T4" fmla="*/ 133 w 139"/>
              <a:gd name="T5" fmla="*/ 164 h 177"/>
              <a:gd name="T6" fmla="*/ 133 w 139"/>
              <a:gd name="T7" fmla="*/ 177 h 177"/>
              <a:gd name="T8" fmla="*/ 0 w 139"/>
              <a:gd name="T9" fmla="*/ 170 h 177"/>
              <a:gd name="T10" fmla="*/ 51 w 139"/>
              <a:gd name="T11" fmla="*/ 164 h 177"/>
              <a:gd name="T12" fmla="*/ 81 w 139"/>
              <a:gd name="T13" fmla="*/ 151 h 177"/>
              <a:gd name="T14" fmla="*/ 10 w 139"/>
              <a:gd name="T15" fmla="*/ 147 h 177"/>
              <a:gd name="T16" fmla="*/ 10 w 139"/>
              <a:gd name="T17" fmla="*/ 139 h 177"/>
              <a:gd name="T18" fmla="*/ 94 w 139"/>
              <a:gd name="T19" fmla="*/ 120 h 177"/>
              <a:gd name="T20" fmla="*/ 84 w 139"/>
              <a:gd name="T21" fmla="*/ 92 h 177"/>
              <a:gd name="T22" fmla="*/ 69 w 139"/>
              <a:gd name="T23" fmla="*/ 94 h 177"/>
              <a:gd name="T24" fmla="*/ 53 w 139"/>
              <a:gd name="T25" fmla="*/ 113 h 177"/>
              <a:gd name="T26" fmla="*/ 46 w 139"/>
              <a:gd name="T27" fmla="*/ 117 h 177"/>
              <a:gd name="T28" fmla="*/ 24 w 139"/>
              <a:gd name="T29" fmla="*/ 109 h 177"/>
              <a:gd name="T30" fmla="*/ 26 w 139"/>
              <a:gd name="T31" fmla="*/ 97 h 177"/>
              <a:gd name="T32" fmla="*/ 21 w 139"/>
              <a:gd name="T33" fmla="*/ 89 h 177"/>
              <a:gd name="T34" fmla="*/ 63 w 139"/>
              <a:gd name="T35" fmla="*/ 24 h 177"/>
              <a:gd name="T36" fmla="*/ 67 w 139"/>
              <a:gd name="T37" fmla="*/ 26 h 177"/>
              <a:gd name="T38" fmla="*/ 69 w 139"/>
              <a:gd name="T39" fmla="*/ 14 h 177"/>
              <a:gd name="T40" fmla="*/ 76 w 139"/>
              <a:gd name="T41" fmla="*/ 2 h 177"/>
              <a:gd name="T42" fmla="*/ 109 w 139"/>
              <a:gd name="T43" fmla="*/ 29 h 177"/>
              <a:gd name="T44" fmla="*/ 96 w 139"/>
              <a:gd name="T45" fmla="*/ 30 h 177"/>
              <a:gd name="T46" fmla="*/ 94 w 139"/>
              <a:gd name="T47" fmla="*/ 42 h 177"/>
              <a:gd name="T48" fmla="*/ 87 w 139"/>
              <a:gd name="T49" fmla="*/ 63 h 177"/>
              <a:gd name="T50" fmla="*/ 92 w 139"/>
              <a:gd name="T51" fmla="*/ 81 h 177"/>
              <a:gd name="T52" fmla="*/ 89 w 139"/>
              <a:gd name="T53" fmla="*/ 26 h 177"/>
              <a:gd name="T54" fmla="*/ 74 w 139"/>
              <a:gd name="T55" fmla="*/ 30 h 177"/>
              <a:gd name="T56" fmla="*/ 89 w 139"/>
              <a:gd name="T57" fmla="*/ 26 h 177"/>
              <a:gd name="T58" fmla="*/ 80 w 139"/>
              <a:gd name="T59" fmla="*/ 59 h 177"/>
              <a:gd name="T60" fmla="*/ 62 w 139"/>
              <a:gd name="T61" fmla="*/ 33 h 177"/>
              <a:gd name="T62" fmla="*/ 54 w 139"/>
              <a:gd name="T63" fmla="*/ 104 h 177"/>
              <a:gd name="T64" fmla="*/ 56 w 139"/>
              <a:gd name="T65" fmla="*/ 76 h 177"/>
              <a:gd name="T66" fmla="*/ 62 w 139"/>
              <a:gd name="T67" fmla="*/ 63 h 177"/>
              <a:gd name="T68" fmla="*/ 82 w 139"/>
              <a:gd name="T69" fmla="*/ 69 h 177"/>
              <a:gd name="T70" fmla="*/ 67 w 139"/>
              <a:gd name="T71" fmla="*/ 69 h 177"/>
              <a:gd name="T72" fmla="*/ 67 w 139"/>
              <a:gd name="T73" fmla="*/ 69 h 177"/>
              <a:gd name="T74" fmla="*/ 75 w 139"/>
              <a:gd name="T75" fmla="*/ 86 h 177"/>
              <a:gd name="T76" fmla="*/ 82 w 139"/>
              <a:gd name="T77" fmla="*/ 83 h 177"/>
              <a:gd name="T78" fmla="*/ 82 w 139"/>
              <a:gd name="T79" fmla="*/ 69 h 177"/>
              <a:gd name="T80" fmla="*/ 33 w 139"/>
              <a:gd name="T81" fmla="*/ 101 h 177"/>
              <a:gd name="T82" fmla="*/ 31 w 139"/>
              <a:gd name="T83" fmla="*/ 104 h 177"/>
              <a:gd name="T84" fmla="*/ 42 w 139"/>
              <a:gd name="T85" fmla="*/ 106 h 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39" h="177">
                <a:moveTo>
                  <a:pt x="92" y="81"/>
                </a:moveTo>
                <a:cubicBezTo>
                  <a:pt x="97" y="87"/>
                  <a:pt x="101" y="92"/>
                  <a:pt x="104" y="99"/>
                </a:cubicBezTo>
                <a:cubicBezTo>
                  <a:pt x="106" y="106"/>
                  <a:pt x="108" y="113"/>
                  <a:pt x="108" y="120"/>
                </a:cubicBezTo>
                <a:cubicBezTo>
                  <a:pt x="108" y="136"/>
                  <a:pt x="101" y="150"/>
                  <a:pt x="91" y="160"/>
                </a:cubicBezTo>
                <a:cubicBezTo>
                  <a:pt x="90" y="162"/>
                  <a:pt x="89" y="163"/>
                  <a:pt x="88" y="164"/>
                </a:cubicBezTo>
                <a:cubicBezTo>
                  <a:pt x="133" y="164"/>
                  <a:pt x="133" y="164"/>
                  <a:pt x="133" y="164"/>
                </a:cubicBezTo>
                <a:cubicBezTo>
                  <a:pt x="136" y="164"/>
                  <a:pt x="139" y="167"/>
                  <a:pt x="139" y="170"/>
                </a:cubicBezTo>
                <a:cubicBezTo>
                  <a:pt x="139" y="174"/>
                  <a:pt x="136" y="177"/>
                  <a:pt x="133" y="177"/>
                </a:cubicBezTo>
                <a:cubicBezTo>
                  <a:pt x="91" y="177"/>
                  <a:pt x="49" y="177"/>
                  <a:pt x="7" y="177"/>
                </a:cubicBezTo>
                <a:cubicBezTo>
                  <a:pt x="3" y="177"/>
                  <a:pt x="0" y="174"/>
                  <a:pt x="0" y="170"/>
                </a:cubicBezTo>
                <a:cubicBezTo>
                  <a:pt x="0" y="167"/>
                  <a:pt x="3" y="164"/>
                  <a:pt x="7" y="164"/>
                </a:cubicBezTo>
                <a:cubicBezTo>
                  <a:pt x="51" y="164"/>
                  <a:pt x="51" y="164"/>
                  <a:pt x="51" y="164"/>
                </a:cubicBezTo>
                <a:cubicBezTo>
                  <a:pt x="51" y="164"/>
                  <a:pt x="51" y="164"/>
                  <a:pt x="51" y="164"/>
                </a:cubicBezTo>
                <a:cubicBezTo>
                  <a:pt x="63" y="164"/>
                  <a:pt x="74" y="159"/>
                  <a:pt x="81" y="151"/>
                </a:cubicBezTo>
                <a:cubicBezTo>
                  <a:pt x="83" y="150"/>
                  <a:pt x="84" y="148"/>
                  <a:pt x="85" y="147"/>
                </a:cubicBezTo>
                <a:cubicBezTo>
                  <a:pt x="10" y="147"/>
                  <a:pt x="10" y="147"/>
                  <a:pt x="10" y="147"/>
                </a:cubicBezTo>
                <a:cubicBezTo>
                  <a:pt x="8" y="147"/>
                  <a:pt x="6" y="145"/>
                  <a:pt x="6" y="143"/>
                </a:cubicBezTo>
                <a:cubicBezTo>
                  <a:pt x="6" y="141"/>
                  <a:pt x="8" y="139"/>
                  <a:pt x="10" y="139"/>
                </a:cubicBezTo>
                <a:cubicBezTo>
                  <a:pt x="90" y="139"/>
                  <a:pt x="90" y="139"/>
                  <a:pt x="90" y="139"/>
                </a:cubicBezTo>
                <a:cubicBezTo>
                  <a:pt x="93" y="133"/>
                  <a:pt x="94" y="127"/>
                  <a:pt x="94" y="120"/>
                </a:cubicBezTo>
                <a:cubicBezTo>
                  <a:pt x="94" y="114"/>
                  <a:pt x="93" y="109"/>
                  <a:pt x="91" y="104"/>
                </a:cubicBezTo>
                <a:cubicBezTo>
                  <a:pt x="89" y="100"/>
                  <a:pt x="87" y="96"/>
                  <a:pt x="84" y="92"/>
                </a:cubicBezTo>
                <a:cubicBezTo>
                  <a:pt x="81" y="94"/>
                  <a:pt x="78" y="94"/>
                  <a:pt x="75" y="94"/>
                </a:cubicBezTo>
                <a:cubicBezTo>
                  <a:pt x="73" y="94"/>
                  <a:pt x="71" y="94"/>
                  <a:pt x="69" y="94"/>
                </a:cubicBezTo>
                <a:cubicBezTo>
                  <a:pt x="59" y="111"/>
                  <a:pt x="59" y="111"/>
                  <a:pt x="59" y="111"/>
                </a:cubicBezTo>
                <a:cubicBezTo>
                  <a:pt x="58" y="113"/>
                  <a:pt x="55" y="114"/>
                  <a:pt x="53" y="113"/>
                </a:cubicBezTo>
                <a:cubicBezTo>
                  <a:pt x="50" y="111"/>
                  <a:pt x="50" y="111"/>
                  <a:pt x="50" y="111"/>
                </a:cubicBezTo>
                <a:cubicBezTo>
                  <a:pt x="46" y="117"/>
                  <a:pt x="46" y="117"/>
                  <a:pt x="46" y="117"/>
                </a:cubicBezTo>
                <a:cubicBezTo>
                  <a:pt x="45" y="119"/>
                  <a:pt x="42" y="119"/>
                  <a:pt x="40" y="118"/>
                </a:cubicBezTo>
                <a:cubicBezTo>
                  <a:pt x="24" y="109"/>
                  <a:pt x="24" y="109"/>
                  <a:pt x="24" y="109"/>
                </a:cubicBezTo>
                <a:cubicBezTo>
                  <a:pt x="22" y="108"/>
                  <a:pt x="21" y="105"/>
                  <a:pt x="22" y="103"/>
                </a:cubicBezTo>
                <a:cubicBezTo>
                  <a:pt x="26" y="97"/>
                  <a:pt x="26" y="97"/>
                  <a:pt x="26" y="97"/>
                </a:cubicBezTo>
                <a:cubicBezTo>
                  <a:pt x="22" y="95"/>
                  <a:pt x="22" y="95"/>
                  <a:pt x="22" y="95"/>
                </a:cubicBezTo>
                <a:cubicBezTo>
                  <a:pt x="20" y="94"/>
                  <a:pt x="20" y="91"/>
                  <a:pt x="21" y="89"/>
                </a:cubicBezTo>
                <a:cubicBezTo>
                  <a:pt x="57" y="26"/>
                  <a:pt x="57" y="26"/>
                  <a:pt x="57" y="26"/>
                </a:cubicBezTo>
                <a:cubicBezTo>
                  <a:pt x="58" y="24"/>
                  <a:pt x="61" y="23"/>
                  <a:pt x="63" y="24"/>
                </a:cubicBezTo>
                <a:cubicBezTo>
                  <a:pt x="63" y="24"/>
                  <a:pt x="63" y="24"/>
                  <a:pt x="63" y="24"/>
                </a:cubicBezTo>
                <a:cubicBezTo>
                  <a:pt x="67" y="26"/>
                  <a:pt x="67" y="26"/>
                  <a:pt x="67" y="26"/>
                </a:cubicBezTo>
                <a:cubicBezTo>
                  <a:pt x="73" y="16"/>
                  <a:pt x="73" y="16"/>
                  <a:pt x="73" y="16"/>
                </a:cubicBezTo>
                <a:cubicBezTo>
                  <a:pt x="69" y="14"/>
                  <a:pt x="69" y="14"/>
                  <a:pt x="69" y="14"/>
                </a:cubicBezTo>
                <a:cubicBezTo>
                  <a:pt x="66" y="12"/>
                  <a:pt x="65" y="8"/>
                  <a:pt x="66" y="5"/>
                </a:cubicBezTo>
                <a:cubicBezTo>
                  <a:pt x="68" y="1"/>
                  <a:pt x="72" y="0"/>
                  <a:pt x="76" y="2"/>
                </a:cubicBezTo>
                <a:cubicBezTo>
                  <a:pt x="86" y="8"/>
                  <a:pt x="96" y="14"/>
                  <a:pt x="107" y="20"/>
                </a:cubicBezTo>
                <a:cubicBezTo>
                  <a:pt x="110" y="22"/>
                  <a:pt x="111" y="26"/>
                  <a:pt x="109" y="29"/>
                </a:cubicBezTo>
                <a:cubicBezTo>
                  <a:pt x="107" y="33"/>
                  <a:pt x="103" y="34"/>
                  <a:pt x="100" y="32"/>
                </a:cubicBezTo>
                <a:cubicBezTo>
                  <a:pt x="96" y="30"/>
                  <a:pt x="96" y="30"/>
                  <a:pt x="96" y="30"/>
                </a:cubicBezTo>
                <a:cubicBezTo>
                  <a:pt x="90" y="40"/>
                  <a:pt x="90" y="40"/>
                  <a:pt x="90" y="40"/>
                </a:cubicBezTo>
                <a:cubicBezTo>
                  <a:pt x="94" y="42"/>
                  <a:pt x="94" y="42"/>
                  <a:pt x="94" y="42"/>
                </a:cubicBezTo>
                <a:cubicBezTo>
                  <a:pt x="96" y="43"/>
                  <a:pt x="97" y="46"/>
                  <a:pt x="96" y="48"/>
                </a:cubicBezTo>
                <a:cubicBezTo>
                  <a:pt x="87" y="63"/>
                  <a:pt x="87" y="63"/>
                  <a:pt x="87" y="63"/>
                </a:cubicBezTo>
                <a:cubicBezTo>
                  <a:pt x="91" y="66"/>
                  <a:pt x="93" y="71"/>
                  <a:pt x="93" y="76"/>
                </a:cubicBezTo>
                <a:cubicBezTo>
                  <a:pt x="93" y="78"/>
                  <a:pt x="93" y="80"/>
                  <a:pt x="92" y="81"/>
                </a:cubicBezTo>
                <a:close/>
                <a:moveTo>
                  <a:pt x="89" y="26"/>
                </a:moveTo>
                <a:cubicBezTo>
                  <a:pt x="89" y="26"/>
                  <a:pt x="89" y="26"/>
                  <a:pt x="89" y="26"/>
                </a:cubicBezTo>
                <a:cubicBezTo>
                  <a:pt x="86" y="24"/>
                  <a:pt x="83" y="22"/>
                  <a:pt x="80" y="20"/>
                </a:cubicBezTo>
                <a:cubicBezTo>
                  <a:pt x="74" y="30"/>
                  <a:pt x="74" y="30"/>
                  <a:pt x="74" y="30"/>
                </a:cubicBezTo>
                <a:cubicBezTo>
                  <a:pt x="83" y="36"/>
                  <a:pt x="83" y="36"/>
                  <a:pt x="83" y="36"/>
                </a:cubicBezTo>
                <a:cubicBezTo>
                  <a:pt x="89" y="26"/>
                  <a:pt x="89" y="26"/>
                  <a:pt x="89" y="26"/>
                </a:cubicBezTo>
                <a:close/>
                <a:moveTo>
                  <a:pt x="80" y="59"/>
                </a:moveTo>
                <a:cubicBezTo>
                  <a:pt x="80" y="59"/>
                  <a:pt x="80" y="59"/>
                  <a:pt x="80" y="59"/>
                </a:cubicBezTo>
                <a:cubicBezTo>
                  <a:pt x="87" y="47"/>
                  <a:pt x="87" y="47"/>
                  <a:pt x="87" y="47"/>
                </a:cubicBezTo>
                <a:cubicBezTo>
                  <a:pt x="78" y="43"/>
                  <a:pt x="70" y="38"/>
                  <a:pt x="62" y="33"/>
                </a:cubicBezTo>
                <a:cubicBezTo>
                  <a:pt x="30" y="90"/>
                  <a:pt x="30" y="90"/>
                  <a:pt x="30" y="90"/>
                </a:cubicBezTo>
                <a:cubicBezTo>
                  <a:pt x="38" y="94"/>
                  <a:pt x="46" y="99"/>
                  <a:pt x="54" y="104"/>
                </a:cubicBezTo>
                <a:cubicBezTo>
                  <a:pt x="62" y="90"/>
                  <a:pt x="62" y="90"/>
                  <a:pt x="62" y="90"/>
                </a:cubicBezTo>
                <a:cubicBezTo>
                  <a:pt x="58" y="86"/>
                  <a:pt x="56" y="81"/>
                  <a:pt x="56" y="76"/>
                </a:cubicBezTo>
                <a:cubicBezTo>
                  <a:pt x="56" y="71"/>
                  <a:pt x="58" y="66"/>
                  <a:pt x="62" y="63"/>
                </a:cubicBezTo>
                <a:cubicBezTo>
                  <a:pt x="62" y="63"/>
                  <a:pt x="62" y="63"/>
                  <a:pt x="62" y="63"/>
                </a:cubicBezTo>
                <a:cubicBezTo>
                  <a:pt x="67" y="58"/>
                  <a:pt x="73" y="57"/>
                  <a:pt x="80" y="59"/>
                </a:cubicBezTo>
                <a:close/>
                <a:moveTo>
                  <a:pt x="82" y="69"/>
                </a:moveTo>
                <a:cubicBezTo>
                  <a:pt x="82" y="69"/>
                  <a:pt x="82" y="69"/>
                  <a:pt x="82" y="69"/>
                </a:cubicBezTo>
                <a:cubicBezTo>
                  <a:pt x="78" y="65"/>
                  <a:pt x="71" y="65"/>
                  <a:pt x="67" y="69"/>
                </a:cubicBezTo>
                <a:cubicBezTo>
                  <a:pt x="67" y="69"/>
                  <a:pt x="67" y="69"/>
                  <a:pt x="67" y="69"/>
                </a:cubicBezTo>
                <a:cubicBezTo>
                  <a:pt x="67" y="69"/>
                  <a:pt x="67" y="69"/>
                  <a:pt x="67" y="69"/>
                </a:cubicBezTo>
                <a:cubicBezTo>
                  <a:pt x="65" y="71"/>
                  <a:pt x="64" y="73"/>
                  <a:pt x="64" y="76"/>
                </a:cubicBezTo>
                <a:cubicBezTo>
                  <a:pt x="64" y="82"/>
                  <a:pt x="69" y="86"/>
                  <a:pt x="75" y="86"/>
                </a:cubicBezTo>
                <a:cubicBezTo>
                  <a:pt x="77" y="86"/>
                  <a:pt x="80" y="85"/>
                  <a:pt x="82" y="83"/>
                </a:cubicBezTo>
                <a:cubicBezTo>
                  <a:pt x="82" y="83"/>
                  <a:pt x="82" y="83"/>
                  <a:pt x="82" y="83"/>
                </a:cubicBezTo>
                <a:cubicBezTo>
                  <a:pt x="84" y="81"/>
                  <a:pt x="85" y="79"/>
                  <a:pt x="85" y="76"/>
                </a:cubicBezTo>
                <a:cubicBezTo>
                  <a:pt x="85" y="73"/>
                  <a:pt x="84" y="71"/>
                  <a:pt x="82" y="69"/>
                </a:cubicBezTo>
                <a:cubicBezTo>
                  <a:pt x="82" y="69"/>
                  <a:pt x="82" y="69"/>
                  <a:pt x="82" y="69"/>
                </a:cubicBezTo>
                <a:close/>
                <a:moveTo>
                  <a:pt x="33" y="101"/>
                </a:moveTo>
                <a:cubicBezTo>
                  <a:pt x="33" y="101"/>
                  <a:pt x="33" y="101"/>
                  <a:pt x="33" y="101"/>
                </a:cubicBezTo>
                <a:cubicBezTo>
                  <a:pt x="31" y="104"/>
                  <a:pt x="31" y="104"/>
                  <a:pt x="31" y="104"/>
                </a:cubicBezTo>
                <a:cubicBezTo>
                  <a:pt x="41" y="109"/>
                  <a:pt x="41" y="109"/>
                  <a:pt x="41" y="109"/>
                </a:cubicBezTo>
                <a:cubicBezTo>
                  <a:pt x="42" y="106"/>
                  <a:pt x="42" y="106"/>
                  <a:pt x="42" y="106"/>
                </a:cubicBezTo>
                <a:cubicBezTo>
                  <a:pt x="33" y="101"/>
                  <a:pt x="33" y="101"/>
                  <a:pt x="33" y="101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2" name="Freeform 12"/>
          <p:cNvSpPr>
            <a:spLocks noEditPoints="1"/>
          </p:cNvSpPr>
          <p:nvPr/>
        </p:nvSpPr>
        <p:spPr bwMode="auto">
          <a:xfrm>
            <a:off x="4464895" y="2050257"/>
            <a:ext cx="214210" cy="307834"/>
          </a:xfrm>
          <a:custGeom>
            <a:avLst/>
            <a:gdLst>
              <a:gd name="T0" fmla="*/ 3 w 121"/>
              <a:gd name="T1" fmla="*/ 119 h 174"/>
              <a:gd name="T2" fmla="*/ 23 w 121"/>
              <a:gd name="T3" fmla="*/ 115 h 174"/>
              <a:gd name="T4" fmla="*/ 38 w 121"/>
              <a:gd name="T5" fmla="*/ 74 h 174"/>
              <a:gd name="T6" fmla="*/ 38 w 121"/>
              <a:gd name="T7" fmla="*/ 74 h 174"/>
              <a:gd name="T8" fmla="*/ 38 w 121"/>
              <a:gd name="T9" fmla="*/ 29 h 174"/>
              <a:gd name="T10" fmla="*/ 54 w 121"/>
              <a:gd name="T11" fmla="*/ 21 h 174"/>
              <a:gd name="T12" fmla="*/ 60 w 121"/>
              <a:gd name="T13" fmla="*/ 0 h 174"/>
              <a:gd name="T14" fmla="*/ 67 w 121"/>
              <a:gd name="T15" fmla="*/ 21 h 174"/>
              <a:gd name="T16" fmla="*/ 92 w 121"/>
              <a:gd name="T17" fmla="*/ 51 h 174"/>
              <a:gd name="T18" fmla="*/ 82 w 121"/>
              <a:gd name="T19" fmla="*/ 74 h 174"/>
              <a:gd name="T20" fmla="*/ 98 w 121"/>
              <a:gd name="T21" fmla="*/ 115 h 174"/>
              <a:gd name="T22" fmla="*/ 117 w 121"/>
              <a:gd name="T23" fmla="*/ 119 h 174"/>
              <a:gd name="T24" fmla="*/ 102 w 121"/>
              <a:gd name="T25" fmla="*/ 124 h 174"/>
              <a:gd name="T26" fmla="*/ 116 w 121"/>
              <a:gd name="T27" fmla="*/ 159 h 174"/>
              <a:gd name="T28" fmla="*/ 120 w 121"/>
              <a:gd name="T29" fmla="*/ 168 h 174"/>
              <a:gd name="T30" fmla="*/ 113 w 121"/>
              <a:gd name="T31" fmla="*/ 171 h 174"/>
              <a:gd name="T32" fmla="*/ 108 w 121"/>
              <a:gd name="T33" fmla="*/ 162 h 174"/>
              <a:gd name="T34" fmla="*/ 87 w 121"/>
              <a:gd name="T35" fmla="*/ 124 h 174"/>
              <a:gd name="T36" fmla="*/ 67 w 121"/>
              <a:gd name="T37" fmla="*/ 129 h 174"/>
              <a:gd name="T38" fmla="*/ 54 w 121"/>
              <a:gd name="T39" fmla="*/ 129 h 174"/>
              <a:gd name="T40" fmla="*/ 34 w 121"/>
              <a:gd name="T41" fmla="*/ 124 h 174"/>
              <a:gd name="T42" fmla="*/ 13 w 121"/>
              <a:gd name="T43" fmla="*/ 162 h 174"/>
              <a:gd name="T44" fmla="*/ 8 w 121"/>
              <a:gd name="T45" fmla="*/ 171 h 174"/>
              <a:gd name="T46" fmla="*/ 1 w 121"/>
              <a:gd name="T47" fmla="*/ 168 h 174"/>
              <a:gd name="T48" fmla="*/ 5 w 121"/>
              <a:gd name="T49" fmla="*/ 159 h 174"/>
              <a:gd name="T50" fmla="*/ 19 w 121"/>
              <a:gd name="T51" fmla="*/ 124 h 174"/>
              <a:gd name="T52" fmla="*/ 54 w 121"/>
              <a:gd name="T53" fmla="*/ 115 h 174"/>
              <a:gd name="T54" fmla="*/ 54 w 121"/>
              <a:gd name="T55" fmla="*/ 110 h 174"/>
              <a:gd name="T56" fmla="*/ 67 w 121"/>
              <a:gd name="T57" fmla="*/ 110 h 174"/>
              <a:gd name="T58" fmla="*/ 83 w 121"/>
              <a:gd name="T59" fmla="*/ 115 h 174"/>
              <a:gd name="T60" fmla="*/ 54 w 121"/>
              <a:gd name="T61" fmla="*/ 82 h 174"/>
              <a:gd name="T62" fmla="*/ 54 w 121"/>
              <a:gd name="T63" fmla="*/ 115 h 174"/>
              <a:gd name="T64" fmla="*/ 73 w 121"/>
              <a:gd name="T65" fmla="*/ 39 h 174"/>
              <a:gd name="T66" fmla="*/ 48 w 121"/>
              <a:gd name="T67" fmla="*/ 39 h 174"/>
              <a:gd name="T68" fmla="*/ 48 w 121"/>
              <a:gd name="T69" fmla="*/ 64 h 174"/>
              <a:gd name="T70" fmla="*/ 68 w 121"/>
              <a:gd name="T71" fmla="*/ 68 h 174"/>
              <a:gd name="T72" fmla="*/ 73 w 121"/>
              <a:gd name="T73" fmla="*/ 64 h 174"/>
              <a:gd name="T74" fmla="*/ 73 w 121"/>
              <a:gd name="T75" fmla="*/ 39 h 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21" h="174">
                <a:moveTo>
                  <a:pt x="8" y="124"/>
                </a:moveTo>
                <a:cubicBezTo>
                  <a:pt x="5" y="124"/>
                  <a:pt x="3" y="122"/>
                  <a:pt x="3" y="119"/>
                </a:cubicBezTo>
                <a:cubicBezTo>
                  <a:pt x="3" y="117"/>
                  <a:pt x="5" y="115"/>
                  <a:pt x="8" y="115"/>
                </a:cubicBezTo>
                <a:cubicBezTo>
                  <a:pt x="23" y="115"/>
                  <a:pt x="23" y="115"/>
                  <a:pt x="23" y="115"/>
                </a:cubicBezTo>
                <a:cubicBezTo>
                  <a:pt x="42" y="77"/>
                  <a:pt x="42" y="77"/>
                  <a:pt x="42" y="77"/>
                </a:cubicBezTo>
                <a:cubicBezTo>
                  <a:pt x="41" y="76"/>
                  <a:pt x="40" y="75"/>
                  <a:pt x="38" y="74"/>
                </a:cubicBezTo>
                <a:cubicBezTo>
                  <a:pt x="38" y="74"/>
                  <a:pt x="38" y="74"/>
                  <a:pt x="38" y="74"/>
                </a:cubicBezTo>
                <a:cubicBezTo>
                  <a:pt x="38" y="74"/>
                  <a:pt x="38" y="74"/>
                  <a:pt x="38" y="74"/>
                </a:cubicBezTo>
                <a:cubicBezTo>
                  <a:pt x="33" y="68"/>
                  <a:pt x="29" y="60"/>
                  <a:pt x="29" y="51"/>
                </a:cubicBezTo>
                <a:cubicBezTo>
                  <a:pt x="29" y="43"/>
                  <a:pt x="33" y="35"/>
                  <a:pt x="38" y="29"/>
                </a:cubicBezTo>
                <a:cubicBezTo>
                  <a:pt x="39" y="29"/>
                  <a:pt x="39" y="29"/>
                  <a:pt x="39" y="29"/>
                </a:cubicBezTo>
                <a:cubicBezTo>
                  <a:pt x="43" y="25"/>
                  <a:pt x="48" y="22"/>
                  <a:pt x="54" y="21"/>
                </a:cubicBezTo>
                <a:cubicBezTo>
                  <a:pt x="54" y="7"/>
                  <a:pt x="54" y="7"/>
                  <a:pt x="54" y="7"/>
                </a:cubicBezTo>
                <a:cubicBezTo>
                  <a:pt x="54" y="3"/>
                  <a:pt x="57" y="0"/>
                  <a:pt x="60" y="0"/>
                </a:cubicBezTo>
                <a:cubicBezTo>
                  <a:pt x="64" y="0"/>
                  <a:pt x="67" y="3"/>
                  <a:pt x="67" y="7"/>
                </a:cubicBezTo>
                <a:cubicBezTo>
                  <a:pt x="67" y="21"/>
                  <a:pt x="67" y="21"/>
                  <a:pt x="67" y="21"/>
                </a:cubicBezTo>
                <a:cubicBezTo>
                  <a:pt x="73" y="22"/>
                  <a:pt x="78" y="25"/>
                  <a:pt x="82" y="29"/>
                </a:cubicBezTo>
                <a:cubicBezTo>
                  <a:pt x="88" y="35"/>
                  <a:pt x="92" y="43"/>
                  <a:pt x="92" y="51"/>
                </a:cubicBezTo>
                <a:cubicBezTo>
                  <a:pt x="92" y="60"/>
                  <a:pt x="88" y="68"/>
                  <a:pt x="82" y="74"/>
                </a:cubicBezTo>
                <a:cubicBezTo>
                  <a:pt x="82" y="74"/>
                  <a:pt x="82" y="74"/>
                  <a:pt x="82" y="74"/>
                </a:cubicBezTo>
                <a:cubicBezTo>
                  <a:pt x="81" y="75"/>
                  <a:pt x="80" y="76"/>
                  <a:pt x="79" y="77"/>
                </a:cubicBezTo>
                <a:cubicBezTo>
                  <a:pt x="98" y="115"/>
                  <a:pt x="98" y="115"/>
                  <a:pt x="98" y="115"/>
                </a:cubicBezTo>
                <a:cubicBezTo>
                  <a:pt x="113" y="115"/>
                  <a:pt x="113" y="115"/>
                  <a:pt x="113" y="115"/>
                </a:cubicBezTo>
                <a:cubicBezTo>
                  <a:pt x="116" y="115"/>
                  <a:pt x="117" y="117"/>
                  <a:pt x="117" y="119"/>
                </a:cubicBezTo>
                <a:cubicBezTo>
                  <a:pt x="117" y="122"/>
                  <a:pt x="116" y="124"/>
                  <a:pt x="113" y="124"/>
                </a:cubicBezTo>
                <a:cubicBezTo>
                  <a:pt x="102" y="124"/>
                  <a:pt x="102" y="124"/>
                  <a:pt x="102" y="124"/>
                </a:cubicBezTo>
                <a:cubicBezTo>
                  <a:pt x="116" y="153"/>
                  <a:pt x="116" y="153"/>
                  <a:pt x="116" y="153"/>
                </a:cubicBezTo>
                <a:cubicBezTo>
                  <a:pt x="117" y="155"/>
                  <a:pt x="117" y="157"/>
                  <a:pt x="116" y="159"/>
                </a:cubicBezTo>
                <a:cubicBezTo>
                  <a:pt x="117" y="162"/>
                  <a:pt x="117" y="162"/>
                  <a:pt x="117" y="162"/>
                </a:cubicBezTo>
                <a:cubicBezTo>
                  <a:pt x="120" y="168"/>
                  <a:pt x="120" y="168"/>
                  <a:pt x="120" y="168"/>
                </a:cubicBezTo>
                <a:cubicBezTo>
                  <a:pt x="121" y="170"/>
                  <a:pt x="120" y="172"/>
                  <a:pt x="118" y="173"/>
                </a:cubicBezTo>
                <a:cubicBezTo>
                  <a:pt x="116" y="174"/>
                  <a:pt x="114" y="173"/>
                  <a:pt x="113" y="171"/>
                </a:cubicBezTo>
                <a:cubicBezTo>
                  <a:pt x="110" y="165"/>
                  <a:pt x="110" y="165"/>
                  <a:pt x="110" y="165"/>
                </a:cubicBezTo>
                <a:cubicBezTo>
                  <a:pt x="108" y="162"/>
                  <a:pt x="108" y="162"/>
                  <a:pt x="108" y="162"/>
                </a:cubicBezTo>
                <a:cubicBezTo>
                  <a:pt x="106" y="162"/>
                  <a:pt x="104" y="160"/>
                  <a:pt x="103" y="158"/>
                </a:cubicBezTo>
                <a:cubicBezTo>
                  <a:pt x="87" y="124"/>
                  <a:pt x="87" y="124"/>
                  <a:pt x="87" y="124"/>
                </a:cubicBezTo>
                <a:cubicBezTo>
                  <a:pt x="67" y="124"/>
                  <a:pt x="67" y="124"/>
                  <a:pt x="67" y="124"/>
                </a:cubicBezTo>
                <a:cubicBezTo>
                  <a:pt x="67" y="129"/>
                  <a:pt x="67" y="129"/>
                  <a:pt x="67" y="129"/>
                </a:cubicBezTo>
                <a:cubicBezTo>
                  <a:pt x="67" y="132"/>
                  <a:pt x="64" y="136"/>
                  <a:pt x="60" y="136"/>
                </a:cubicBezTo>
                <a:cubicBezTo>
                  <a:pt x="57" y="136"/>
                  <a:pt x="54" y="132"/>
                  <a:pt x="54" y="129"/>
                </a:cubicBezTo>
                <a:cubicBezTo>
                  <a:pt x="54" y="124"/>
                  <a:pt x="54" y="124"/>
                  <a:pt x="54" y="124"/>
                </a:cubicBezTo>
                <a:cubicBezTo>
                  <a:pt x="34" y="124"/>
                  <a:pt x="34" y="124"/>
                  <a:pt x="34" y="124"/>
                </a:cubicBezTo>
                <a:cubicBezTo>
                  <a:pt x="17" y="158"/>
                  <a:pt x="17" y="158"/>
                  <a:pt x="17" y="158"/>
                </a:cubicBezTo>
                <a:cubicBezTo>
                  <a:pt x="16" y="160"/>
                  <a:pt x="15" y="162"/>
                  <a:pt x="13" y="162"/>
                </a:cubicBezTo>
                <a:cubicBezTo>
                  <a:pt x="11" y="165"/>
                  <a:pt x="11" y="165"/>
                  <a:pt x="11" y="165"/>
                </a:cubicBezTo>
                <a:cubicBezTo>
                  <a:pt x="8" y="171"/>
                  <a:pt x="8" y="171"/>
                  <a:pt x="8" y="171"/>
                </a:cubicBezTo>
                <a:cubicBezTo>
                  <a:pt x="7" y="173"/>
                  <a:pt x="5" y="174"/>
                  <a:pt x="3" y="173"/>
                </a:cubicBezTo>
                <a:cubicBezTo>
                  <a:pt x="1" y="172"/>
                  <a:pt x="0" y="170"/>
                  <a:pt x="1" y="168"/>
                </a:cubicBezTo>
                <a:cubicBezTo>
                  <a:pt x="4" y="162"/>
                  <a:pt x="4" y="162"/>
                  <a:pt x="4" y="162"/>
                </a:cubicBezTo>
                <a:cubicBezTo>
                  <a:pt x="5" y="159"/>
                  <a:pt x="5" y="159"/>
                  <a:pt x="5" y="159"/>
                </a:cubicBezTo>
                <a:cubicBezTo>
                  <a:pt x="4" y="157"/>
                  <a:pt x="4" y="155"/>
                  <a:pt x="5" y="153"/>
                </a:cubicBezTo>
                <a:cubicBezTo>
                  <a:pt x="19" y="124"/>
                  <a:pt x="19" y="124"/>
                  <a:pt x="19" y="124"/>
                </a:cubicBezTo>
                <a:cubicBezTo>
                  <a:pt x="8" y="124"/>
                  <a:pt x="8" y="124"/>
                  <a:pt x="8" y="124"/>
                </a:cubicBezTo>
                <a:close/>
                <a:moveTo>
                  <a:pt x="54" y="115"/>
                </a:moveTo>
                <a:cubicBezTo>
                  <a:pt x="54" y="115"/>
                  <a:pt x="54" y="115"/>
                  <a:pt x="54" y="115"/>
                </a:cubicBezTo>
                <a:cubicBezTo>
                  <a:pt x="54" y="110"/>
                  <a:pt x="54" y="110"/>
                  <a:pt x="54" y="110"/>
                </a:cubicBezTo>
                <a:cubicBezTo>
                  <a:pt x="54" y="107"/>
                  <a:pt x="57" y="103"/>
                  <a:pt x="60" y="103"/>
                </a:cubicBezTo>
                <a:cubicBezTo>
                  <a:pt x="64" y="103"/>
                  <a:pt x="67" y="107"/>
                  <a:pt x="67" y="110"/>
                </a:cubicBezTo>
                <a:cubicBezTo>
                  <a:pt x="67" y="115"/>
                  <a:pt x="67" y="115"/>
                  <a:pt x="67" y="115"/>
                </a:cubicBezTo>
                <a:cubicBezTo>
                  <a:pt x="83" y="115"/>
                  <a:pt x="83" y="115"/>
                  <a:pt x="83" y="115"/>
                </a:cubicBezTo>
                <a:cubicBezTo>
                  <a:pt x="67" y="82"/>
                  <a:pt x="67" y="82"/>
                  <a:pt x="67" y="82"/>
                </a:cubicBezTo>
                <a:cubicBezTo>
                  <a:pt x="63" y="83"/>
                  <a:pt x="58" y="83"/>
                  <a:pt x="54" y="82"/>
                </a:cubicBezTo>
                <a:cubicBezTo>
                  <a:pt x="38" y="115"/>
                  <a:pt x="38" y="115"/>
                  <a:pt x="38" y="115"/>
                </a:cubicBezTo>
                <a:cubicBezTo>
                  <a:pt x="54" y="115"/>
                  <a:pt x="54" y="115"/>
                  <a:pt x="54" y="115"/>
                </a:cubicBezTo>
                <a:close/>
                <a:moveTo>
                  <a:pt x="73" y="39"/>
                </a:moveTo>
                <a:cubicBezTo>
                  <a:pt x="73" y="39"/>
                  <a:pt x="73" y="39"/>
                  <a:pt x="73" y="39"/>
                </a:cubicBezTo>
                <a:cubicBezTo>
                  <a:pt x="66" y="32"/>
                  <a:pt x="55" y="32"/>
                  <a:pt x="48" y="39"/>
                </a:cubicBezTo>
                <a:cubicBezTo>
                  <a:pt x="48" y="39"/>
                  <a:pt x="48" y="39"/>
                  <a:pt x="48" y="39"/>
                </a:cubicBezTo>
                <a:cubicBezTo>
                  <a:pt x="45" y="42"/>
                  <a:pt x="43" y="47"/>
                  <a:pt x="43" y="51"/>
                </a:cubicBezTo>
                <a:cubicBezTo>
                  <a:pt x="43" y="56"/>
                  <a:pt x="45" y="61"/>
                  <a:pt x="48" y="64"/>
                </a:cubicBezTo>
                <a:cubicBezTo>
                  <a:pt x="53" y="69"/>
                  <a:pt x="61" y="71"/>
                  <a:pt x="67" y="68"/>
                </a:cubicBezTo>
                <a:cubicBezTo>
                  <a:pt x="68" y="68"/>
                  <a:pt x="68" y="68"/>
                  <a:pt x="68" y="68"/>
                </a:cubicBezTo>
                <a:cubicBezTo>
                  <a:pt x="69" y="67"/>
                  <a:pt x="71" y="66"/>
                  <a:pt x="73" y="64"/>
                </a:cubicBezTo>
                <a:cubicBezTo>
                  <a:pt x="73" y="64"/>
                  <a:pt x="73" y="64"/>
                  <a:pt x="73" y="64"/>
                </a:cubicBezTo>
                <a:cubicBezTo>
                  <a:pt x="76" y="61"/>
                  <a:pt x="78" y="56"/>
                  <a:pt x="78" y="51"/>
                </a:cubicBezTo>
                <a:cubicBezTo>
                  <a:pt x="78" y="47"/>
                  <a:pt x="76" y="42"/>
                  <a:pt x="73" y="39"/>
                </a:cubicBezTo>
                <a:cubicBezTo>
                  <a:pt x="73" y="39"/>
                  <a:pt x="73" y="39"/>
                  <a:pt x="73" y="39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3" name="Freeform 13"/>
          <p:cNvSpPr>
            <a:spLocks noEditPoints="1"/>
          </p:cNvSpPr>
          <p:nvPr/>
        </p:nvSpPr>
        <p:spPr bwMode="auto">
          <a:xfrm>
            <a:off x="1100223" y="2059245"/>
            <a:ext cx="349030" cy="289858"/>
          </a:xfrm>
          <a:custGeom>
            <a:avLst/>
            <a:gdLst>
              <a:gd name="T0" fmla="*/ 111 w 197"/>
              <a:gd name="T1" fmla="*/ 11 h 164"/>
              <a:gd name="T2" fmla="*/ 0 w 197"/>
              <a:gd name="T3" fmla="*/ 15 h 164"/>
              <a:gd name="T4" fmla="*/ 105 w 197"/>
              <a:gd name="T5" fmla="*/ 164 h 164"/>
              <a:gd name="T6" fmla="*/ 136 w 197"/>
              <a:gd name="T7" fmla="*/ 159 h 164"/>
              <a:gd name="T8" fmla="*/ 196 w 197"/>
              <a:gd name="T9" fmla="*/ 142 h 164"/>
              <a:gd name="T10" fmla="*/ 52 w 197"/>
              <a:gd name="T11" fmla="*/ 150 h 164"/>
              <a:gd name="T12" fmla="*/ 52 w 197"/>
              <a:gd name="T13" fmla="*/ 22 h 164"/>
              <a:gd name="T14" fmla="*/ 99 w 197"/>
              <a:gd name="T15" fmla="*/ 150 h 164"/>
              <a:gd name="T16" fmla="*/ 99 w 197"/>
              <a:gd name="T17" fmla="*/ 22 h 164"/>
              <a:gd name="T18" fmla="*/ 147 w 197"/>
              <a:gd name="T19" fmla="*/ 149 h 164"/>
              <a:gd name="T20" fmla="*/ 181 w 197"/>
              <a:gd name="T21" fmla="*/ 139 h 164"/>
              <a:gd name="T22" fmla="*/ 23 w 197"/>
              <a:gd name="T23" fmla="*/ 133 h 164"/>
              <a:gd name="T24" fmla="*/ 42 w 197"/>
              <a:gd name="T25" fmla="*/ 134 h 164"/>
              <a:gd name="T26" fmla="*/ 43 w 197"/>
              <a:gd name="T27" fmla="*/ 114 h 164"/>
              <a:gd name="T28" fmla="*/ 23 w 197"/>
              <a:gd name="T29" fmla="*/ 114 h 164"/>
              <a:gd name="T30" fmla="*/ 29 w 197"/>
              <a:gd name="T31" fmla="*/ 120 h 164"/>
              <a:gd name="T32" fmla="*/ 37 w 197"/>
              <a:gd name="T33" fmla="*/ 120 h 164"/>
              <a:gd name="T34" fmla="*/ 37 w 197"/>
              <a:gd name="T35" fmla="*/ 128 h 164"/>
              <a:gd name="T36" fmla="*/ 29 w 197"/>
              <a:gd name="T37" fmla="*/ 127 h 164"/>
              <a:gd name="T38" fmla="*/ 32 w 197"/>
              <a:gd name="T39" fmla="*/ 91 h 164"/>
              <a:gd name="T40" fmla="*/ 36 w 197"/>
              <a:gd name="T41" fmla="*/ 38 h 164"/>
              <a:gd name="T42" fmla="*/ 28 w 197"/>
              <a:gd name="T43" fmla="*/ 87 h 164"/>
              <a:gd name="T44" fmla="*/ 134 w 197"/>
              <a:gd name="T45" fmla="*/ 31 h 164"/>
              <a:gd name="T46" fmla="*/ 149 w 197"/>
              <a:gd name="T47" fmla="*/ 86 h 164"/>
              <a:gd name="T48" fmla="*/ 134 w 197"/>
              <a:gd name="T49" fmla="*/ 31 h 164"/>
              <a:gd name="T50" fmla="*/ 69 w 197"/>
              <a:gd name="T51" fmla="*/ 133 h 164"/>
              <a:gd name="T52" fmla="*/ 88 w 197"/>
              <a:gd name="T53" fmla="*/ 133 h 164"/>
              <a:gd name="T54" fmla="*/ 79 w 197"/>
              <a:gd name="T55" fmla="*/ 110 h 164"/>
              <a:gd name="T56" fmla="*/ 65 w 197"/>
              <a:gd name="T57" fmla="*/ 124 h 164"/>
              <a:gd name="T58" fmla="*/ 75 w 197"/>
              <a:gd name="T59" fmla="*/ 120 h 164"/>
              <a:gd name="T60" fmla="*/ 82 w 197"/>
              <a:gd name="T61" fmla="*/ 120 h 164"/>
              <a:gd name="T62" fmla="*/ 82 w 197"/>
              <a:gd name="T63" fmla="*/ 128 h 164"/>
              <a:gd name="T64" fmla="*/ 74 w 197"/>
              <a:gd name="T65" fmla="*/ 127 h 164"/>
              <a:gd name="T66" fmla="*/ 81 w 197"/>
              <a:gd name="T67" fmla="*/ 91 h 164"/>
              <a:gd name="T68" fmla="*/ 85 w 197"/>
              <a:gd name="T69" fmla="*/ 38 h 164"/>
              <a:gd name="T70" fmla="*/ 77 w 197"/>
              <a:gd name="T71" fmla="*/ 87 h 164"/>
              <a:gd name="T72" fmla="*/ 148 w 197"/>
              <a:gd name="T73" fmla="*/ 109 h 164"/>
              <a:gd name="T74" fmla="*/ 148 w 197"/>
              <a:gd name="T75" fmla="*/ 128 h 164"/>
              <a:gd name="T76" fmla="*/ 167 w 197"/>
              <a:gd name="T77" fmla="*/ 128 h 164"/>
              <a:gd name="T78" fmla="*/ 168 w 197"/>
              <a:gd name="T79" fmla="*/ 109 h 164"/>
              <a:gd name="T80" fmla="*/ 158 w 197"/>
              <a:gd name="T81" fmla="*/ 105 h 164"/>
              <a:gd name="T82" fmla="*/ 154 w 197"/>
              <a:gd name="T83" fmla="*/ 114 h 164"/>
              <a:gd name="T84" fmla="*/ 163 w 197"/>
              <a:gd name="T85" fmla="*/ 118 h 164"/>
              <a:gd name="T86" fmla="*/ 154 w 197"/>
              <a:gd name="T87" fmla="*/ 122 h 164"/>
              <a:gd name="T88" fmla="*/ 154 w 197"/>
              <a:gd name="T89" fmla="*/ 11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97" h="164">
                <a:moveTo>
                  <a:pt x="159" y="6"/>
                </a:moveTo>
                <a:cubicBezTo>
                  <a:pt x="158" y="2"/>
                  <a:pt x="155" y="0"/>
                  <a:pt x="151" y="1"/>
                </a:cubicBezTo>
                <a:cubicBezTo>
                  <a:pt x="111" y="11"/>
                  <a:pt x="111" y="11"/>
                  <a:pt x="111" y="11"/>
                </a:cubicBezTo>
                <a:cubicBezTo>
                  <a:pt x="110" y="10"/>
                  <a:pt x="108" y="8"/>
                  <a:pt x="105" y="8"/>
                </a:cubicBezTo>
                <a:cubicBezTo>
                  <a:pt x="7" y="8"/>
                  <a:pt x="7" y="8"/>
                  <a:pt x="7" y="8"/>
                </a:cubicBezTo>
                <a:cubicBezTo>
                  <a:pt x="3" y="8"/>
                  <a:pt x="0" y="11"/>
                  <a:pt x="0" y="15"/>
                </a:cubicBezTo>
                <a:cubicBezTo>
                  <a:pt x="0" y="157"/>
                  <a:pt x="0" y="157"/>
                  <a:pt x="0" y="157"/>
                </a:cubicBezTo>
                <a:cubicBezTo>
                  <a:pt x="0" y="161"/>
                  <a:pt x="3" y="164"/>
                  <a:pt x="7" y="164"/>
                </a:cubicBezTo>
                <a:cubicBezTo>
                  <a:pt x="105" y="164"/>
                  <a:pt x="105" y="164"/>
                  <a:pt x="105" y="164"/>
                </a:cubicBezTo>
                <a:cubicBezTo>
                  <a:pt x="109" y="164"/>
                  <a:pt x="112" y="161"/>
                  <a:pt x="112" y="157"/>
                </a:cubicBezTo>
                <a:cubicBezTo>
                  <a:pt x="112" y="71"/>
                  <a:pt x="112" y="71"/>
                  <a:pt x="112" y="71"/>
                </a:cubicBezTo>
                <a:cubicBezTo>
                  <a:pt x="136" y="159"/>
                  <a:pt x="136" y="159"/>
                  <a:pt x="136" y="159"/>
                </a:cubicBezTo>
                <a:cubicBezTo>
                  <a:pt x="136" y="162"/>
                  <a:pt x="140" y="164"/>
                  <a:pt x="144" y="163"/>
                </a:cubicBezTo>
                <a:cubicBezTo>
                  <a:pt x="191" y="151"/>
                  <a:pt x="191" y="151"/>
                  <a:pt x="191" y="151"/>
                </a:cubicBezTo>
                <a:cubicBezTo>
                  <a:pt x="195" y="150"/>
                  <a:pt x="197" y="146"/>
                  <a:pt x="196" y="142"/>
                </a:cubicBezTo>
                <a:cubicBezTo>
                  <a:pt x="159" y="6"/>
                  <a:pt x="159" y="6"/>
                  <a:pt x="159" y="6"/>
                </a:cubicBezTo>
                <a:close/>
                <a:moveTo>
                  <a:pt x="52" y="150"/>
                </a:moveTo>
                <a:cubicBezTo>
                  <a:pt x="52" y="150"/>
                  <a:pt x="52" y="150"/>
                  <a:pt x="52" y="150"/>
                </a:cubicBezTo>
                <a:cubicBezTo>
                  <a:pt x="14" y="150"/>
                  <a:pt x="14" y="150"/>
                  <a:pt x="14" y="150"/>
                </a:cubicBezTo>
                <a:cubicBezTo>
                  <a:pt x="14" y="22"/>
                  <a:pt x="14" y="22"/>
                  <a:pt x="14" y="22"/>
                </a:cubicBezTo>
                <a:cubicBezTo>
                  <a:pt x="52" y="22"/>
                  <a:pt x="52" y="22"/>
                  <a:pt x="52" y="22"/>
                </a:cubicBezTo>
                <a:cubicBezTo>
                  <a:pt x="52" y="150"/>
                  <a:pt x="52" y="150"/>
                  <a:pt x="52" y="150"/>
                </a:cubicBezTo>
                <a:close/>
                <a:moveTo>
                  <a:pt x="99" y="150"/>
                </a:moveTo>
                <a:cubicBezTo>
                  <a:pt x="99" y="150"/>
                  <a:pt x="99" y="150"/>
                  <a:pt x="99" y="150"/>
                </a:cubicBezTo>
                <a:cubicBezTo>
                  <a:pt x="60" y="150"/>
                  <a:pt x="60" y="150"/>
                  <a:pt x="60" y="150"/>
                </a:cubicBezTo>
                <a:cubicBezTo>
                  <a:pt x="60" y="22"/>
                  <a:pt x="60" y="22"/>
                  <a:pt x="60" y="22"/>
                </a:cubicBezTo>
                <a:cubicBezTo>
                  <a:pt x="99" y="22"/>
                  <a:pt x="99" y="22"/>
                  <a:pt x="99" y="22"/>
                </a:cubicBezTo>
                <a:cubicBezTo>
                  <a:pt x="99" y="150"/>
                  <a:pt x="99" y="150"/>
                  <a:pt x="99" y="150"/>
                </a:cubicBezTo>
                <a:close/>
                <a:moveTo>
                  <a:pt x="147" y="149"/>
                </a:moveTo>
                <a:cubicBezTo>
                  <a:pt x="147" y="149"/>
                  <a:pt x="147" y="149"/>
                  <a:pt x="147" y="149"/>
                </a:cubicBezTo>
                <a:cubicBezTo>
                  <a:pt x="114" y="25"/>
                  <a:pt x="114" y="25"/>
                  <a:pt x="114" y="25"/>
                </a:cubicBezTo>
                <a:cubicBezTo>
                  <a:pt x="148" y="16"/>
                  <a:pt x="148" y="16"/>
                  <a:pt x="148" y="16"/>
                </a:cubicBezTo>
                <a:cubicBezTo>
                  <a:pt x="181" y="139"/>
                  <a:pt x="181" y="139"/>
                  <a:pt x="181" y="139"/>
                </a:cubicBezTo>
                <a:cubicBezTo>
                  <a:pt x="147" y="149"/>
                  <a:pt x="147" y="149"/>
                  <a:pt x="147" y="149"/>
                </a:cubicBezTo>
                <a:close/>
                <a:moveTo>
                  <a:pt x="23" y="133"/>
                </a:moveTo>
                <a:cubicBezTo>
                  <a:pt x="23" y="133"/>
                  <a:pt x="23" y="133"/>
                  <a:pt x="23" y="133"/>
                </a:cubicBezTo>
                <a:cubicBezTo>
                  <a:pt x="23" y="133"/>
                  <a:pt x="23" y="133"/>
                  <a:pt x="23" y="133"/>
                </a:cubicBezTo>
                <a:cubicBezTo>
                  <a:pt x="26" y="136"/>
                  <a:pt x="29" y="137"/>
                  <a:pt x="33" y="137"/>
                </a:cubicBezTo>
                <a:cubicBezTo>
                  <a:pt x="37" y="137"/>
                  <a:pt x="40" y="136"/>
                  <a:pt x="42" y="134"/>
                </a:cubicBezTo>
                <a:cubicBezTo>
                  <a:pt x="43" y="133"/>
                  <a:pt x="43" y="133"/>
                  <a:pt x="43" y="133"/>
                </a:cubicBezTo>
                <a:cubicBezTo>
                  <a:pt x="45" y="131"/>
                  <a:pt x="47" y="127"/>
                  <a:pt x="47" y="124"/>
                </a:cubicBezTo>
                <a:cubicBezTo>
                  <a:pt x="47" y="120"/>
                  <a:pt x="45" y="116"/>
                  <a:pt x="43" y="114"/>
                </a:cubicBezTo>
                <a:cubicBezTo>
                  <a:pt x="42" y="114"/>
                  <a:pt x="42" y="114"/>
                  <a:pt x="42" y="114"/>
                </a:cubicBezTo>
                <a:cubicBezTo>
                  <a:pt x="40" y="112"/>
                  <a:pt x="37" y="110"/>
                  <a:pt x="33" y="110"/>
                </a:cubicBezTo>
                <a:cubicBezTo>
                  <a:pt x="29" y="110"/>
                  <a:pt x="26" y="112"/>
                  <a:pt x="23" y="114"/>
                </a:cubicBezTo>
                <a:cubicBezTo>
                  <a:pt x="21" y="116"/>
                  <a:pt x="19" y="120"/>
                  <a:pt x="19" y="124"/>
                </a:cubicBezTo>
                <a:cubicBezTo>
                  <a:pt x="19" y="127"/>
                  <a:pt x="21" y="131"/>
                  <a:pt x="23" y="133"/>
                </a:cubicBezTo>
                <a:close/>
                <a:moveTo>
                  <a:pt x="29" y="120"/>
                </a:moveTo>
                <a:cubicBezTo>
                  <a:pt x="29" y="120"/>
                  <a:pt x="29" y="120"/>
                  <a:pt x="29" y="120"/>
                </a:cubicBezTo>
                <a:cubicBezTo>
                  <a:pt x="30" y="119"/>
                  <a:pt x="31" y="118"/>
                  <a:pt x="33" y="118"/>
                </a:cubicBezTo>
                <a:cubicBezTo>
                  <a:pt x="34" y="118"/>
                  <a:pt x="36" y="119"/>
                  <a:pt x="37" y="120"/>
                </a:cubicBezTo>
                <a:cubicBezTo>
                  <a:pt x="37" y="120"/>
                  <a:pt x="37" y="120"/>
                  <a:pt x="37" y="120"/>
                </a:cubicBezTo>
                <a:cubicBezTo>
                  <a:pt x="38" y="121"/>
                  <a:pt x="38" y="122"/>
                  <a:pt x="38" y="124"/>
                </a:cubicBezTo>
                <a:cubicBezTo>
                  <a:pt x="38" y="125"/>
                  <a:pt x="38" y="127"/>
                  <a:pt x="37" y="128"/>
                </a:cubicBezTo>
                <a:cubicBezTo>
                  <a:pt x="36" y="129"/>
                  <a:pt x="34" y="129"/>
                  <a:pt x="33" y="129"/>
                </a:cubicBezTo>
                <a:cubicBezTo>
                  <a:pt x="31" y="129"/>
                  <a:pt x="30" y="129"/>
                  <a:pt x="29" y="128"/>
                </a:cubicBezTo>
                <a:cubicBezTo>
                  <a:pt x="29" y="127"/>
                  <a:pt x="29" y="127"/>
                  <a:pt x="29" y="127"/>
                </a:cubicBezTo>
                <a:cubicBezTo>
                  <a:pt x="28" y="126"/>
                  <a:pt x="27" y="125"/>
                  <a:pt x="27" y="124"/>
                </a:cubicBezTo>
                <a:cubicBezTo>
                  <a:pt x="27" y="122"/>
                  <a:pt x="28" y="121"/>
                  <a:pt x="29" y="120"/>
                </a:cubicBezTo>
                <a:close/>
                <a:moveTo>
                  <a:pt x="32" y="91"/>
                </a:moveTo>
                <a:cubicBezTo>
                  <a:pt x="32" y="91"/>
                  <a:pt x="32" y="91"/>
                  <a:pt x="32" y="91"/>
                </a:cubicBezTo>
                <a:cubicBezTo>
                  <a:pt x="34" y="91"/>
                  <a:pt x="36" y="89"/>
                  <a:pt x="36" y="87"/>
                </a:cubicBezTo>
                <a:cubicBezTo>
                  <a:pt x="36" y="38"/>
                  <a:pt x="36" y="38"/>
                  <a:pt x="36" y="38"/>
                </a:cubicBezTo>
                <a:cubicBezTo>
                  <a:pt x="36" y="35"/>
                  <a:pt x="34" y="34"/>
                  <a:pt x="32" y="34"/>
                </a:cubicBezTo>
                <a:cubicBezTo>
                  <a:pt x="29" y="34"/>
                  <a:pt x="28" y="35"/>
                  <a:pt x="28" y="38"/>
                </a:cubicBezTo>
                <a:cubicBezTo>
                  <a:pt x="28" y="87"/>
                  <a:pt x="28" y="87"/>
                  <a:pt x="28" y="87"/>
                </a:cubicBezTo>
                <a:cubicBezTo>
                  <a:pt x="28" y="89"/>
                  <a:pt x="29" y="91"/>
                  <a:pt x="32" y="91"/>
                </a:cubicBezTo>
                <a:close/>
                <a:moveTo>
                  <a:pt x="134" y="31"/>
                </a:moveTo>
                <a:cubicBezTo>
                  <a:pt x="134" y="31"/>
                  <a:pt x="134" y="31"/>
                  <a:pt x="134" y="31"/>
                </a:cubicBezTo>
                <a:cubicBezTo>
                  <a:pt x="132" y="32"/>
                  <a:pt x="131" y="34"/>
                  <a:pt x="131" y="36"/>
                </a:cubicBezTo>
                <a:cubicBezTo>
                  <a:pt x="144" y="84"/>
                  <a:pt x="144" y="84"/>
                  <a:pt x="144" y="84"/>
                </a:cubicBezTo>
                <a:cubicBezTo>
                  <a:pt x="144" y="86"/>
                  <a:pt x="146" y="87"/>
                  <a:pt x="149" y="86"/>
                </a:cubicBezTo>
                <a:cubicBezTo>
                  <a:pt x="151" y="86"/>
                  <a:pt x="152" y="84"/>
                  <a:pt x="152" y="82"/>
                </a:cubicBezTo>
                <a:cubicBezTo>
                  <a:pt x="139" y="34"/>
                  <a:pt x="139" y="34"/>
                  <a:pt x="139" y="34"/>
                </a:cubicBezTo>
                <a:cubicBezTo>
                  <a:pt x="138" y="32"/>
                  <a:pt x="136" y="31"/>
                  <a:pt x="134" y="31"/>
                </a:cubicBezTo>
                <a:close/>
                <a:moveTo>
                  <a:pt x="69" y="133"/>
                </a:moveTo>
                <a:cubicBezTo>
                  <a:pt x="69" y="133"/>
                  <a:pt x="69" y="133"/>
                  <a:pt x="69" y="133"/>
                </a:cubicBezTo>
                <a:cubicBezTo>
                  <a:pt x="69" y="133"/>
                  <a:pt x="69" y="133"/>
                  <a:pt x="69" y="133"/>
                </a:cubicBezTo>
                <a:cubicBezTo>
                  <a:pt x="71" y="136"/>
                  <a:pt x="75" y="137"/>
                  <a:pt x="79" y="137"/>
                </a:cubicBezTo>
                <a:cubicBezTo>
                  <a:pt x="82" y="137"/>
                  <a:pt x="86" y="136"/>
                  <a:pt x="88" y="134"/>
                </a:cubicBezTo>
                <a:cubicBezTo>
                  <a:pt x="88" y="133"/>
                  <a:pt x="88" y="133"/>
                  <a:pt x="88" y="133"/>
                </a:cubicBezTo>
                <a:cubicBezTo>
                  <a:pt x="91" y="131"/>
                  <a:pt x="92" y="127"/>
                  <a:pt x="92" y="124"/>
                </a:cubicBezTo>
                <a:cubicBezTo>
                  <a:pt x="92" y="120"/>
                  <a:pt x="91" y="116"/>
                  <a:pt x="88" y="114"/>
                </a:cubicBezTo>
                <a:cubicBezTo>
                  <a:pt x="86" y="112"/>
                  <a:pt x="82" y="110"/>
                  <a:pt x="79" y="110"/>
                </a:cubicBezTo>
                <a:cubicBezTo>
                  <a:pt x="75" y="110"/>
                  <a:pt x="71" y="112"/>
                  <a:pt x="69" y="114"/>
                </a:cubicBezTo>
                <a:cubicBezTo>
                  <a:pt x="69" y="114"/>
                  <a:pt x="69" y="114"/>
                  <a:pt x="69" y="114"/>
                </a:cubicBezTo>
                <a:cubicBezTo>
                  <a:pt x="66" y="116"/>
                  <a:pt x="65" y="120"/>
                  <a:pt x="65" y="124"/>
                </a:cubicBezTo>
                <a:cubicBezTo>
                  <a:pt x="65" y="127"/>
                  <a:pt x="66" y="131"/>
                  <a:pt x="69" y="133"/>
                </a:cubicBezTo>
                <a:close/>
                <a:moveTo>
                  <a:pt x="75" y="120"/>
                </a:moveTo>
                <a:cubicBezTo>
                  <a:pt x="75" y="120"/>
                  <a:pt x="75" y="120"/>
                  <a:pt x="75" y="120"/>
                </a:cubicBezTo>
                <a:cubicBezTo>
                  <a:pt x="76" y="119"/>
                  <a:pt x="77" y="118"/>
                  <a:pt x="79" y="118"/>
                </a:cubicBezTo>
                <a:cubicBezTo>
                  <a:pt x="80" y="118"/>
                  <a:pt x="81" y="119"/>
                  <a:pt x="82" y="120"/>
                </a:cubicBezTo>
                <a:cubicBezTo>
                  <a:pt x="82" y="120"/>
                  <a:pt x="82" y="120"/>
                  <a:pt x="82" y="120"/>
                </a:cubicBezTo>
                <a:cubicBezTo>
                  <a:pt x="84" y="121"/>
                  <a:pt x="84" y="122"/>
                  <a:pt x="84" y="124"/>
                </a:cubicBezTo>
                <a:cubicBezTo>
                  <a:pt x="84" y="125"/>
                  <a:pt x="84" y="127"/>
                  <a:pt x="83" y="128"/>
                </a:cubicBezTo>
                <a:cubicBezTo>
                  <a:pt x="82" y="128"/>
                  <a:pt x="82" y="128"/>
                  <a:pt x="82" y="128"/>
                </a:cubicBezTo>
                <a:cubicBezTo>
                  <a:pt x="81" y="129"/>
                  <a:pt x="80" y="129"/>
                  <a:pt x="79" y="129"/>
                </a:cubicBezTo>
                <a:cubicBezTo>
                  <a:pt x="77" y="129"/>
                  <a:pt x="76" y="129"/>
                  <a:pt x="75" y="128"/>
                </a:cubicBezTo>
                <a:cubicBezTo>
                  <a:pt x="74" y="127"/>
                  <a:pt x="74" y="127"/>
                  <a:pt x="74" y="127"/>
                </a:cubicBezTo>
                <a:cubicBezTo>
                  <a:pt x="74" y="126"/>
                  <a:pt x="73" y="125"/>
                  <a:pt x="73" y="124"/>
                </a:cubicBezTo>
                <a:cubicBezTo>
                  <a:pt x="73" y="122"/>
                  <a:pt x="74" y="121"/>
                  <a:pt x="75" y="120"/>
                </a:cubicBezTo>
                <a:close/>
                <a:moveTo>
                  <a:pt x="81" y="91"/>
                </a:moveTo>
                <a:cubicBezTo>
                  <a:pt x="81" y="91"/>
                  <a:pt x="81" y="91"/>
                  <a:pt x="81" y="91"/>
                </a:cubicBezTo>
                <a:cubicBezTo>
                  <a:pt x="83" y="91"/>
                  <a:pt x="85" y="89"/>
                  <a:pt x="85" y="87"/>
                </a:cubicBezTo>
                <a:cubicBezTo>
                  <a:pt x="85" y="38"/>
                  <a:pt x="85" y="38"/>
                  <a:pt x="85" y="38"/>
                </a:cubicBezTo>
                <a:cubicBezTo>
                  <a:pt x="85" y="35"/>
                  <a:pt x="83" y="34"/>
                  <a:pt x="81" y="34"/>
                </a:cubicBezTo>
                <a:cubicBezTo>
                  <a:pt x="79" y="34"/>
                  <a:pt x="77" y="35"/>
                  <a:pt x="77" y="38"/>
                </a:cubicBezTo>
                <a:cubicBezTo>
                  <a:pt x="77" y="87"/>
                  <a:pt x="77" y="87"/>
                  <a:pt x="77" y="87"/>
                </a:cubicBezTo>
                <a:cubicBezTo>
                  <a:pt x="77" y="89"/>
                  <a:pt x="79" y="91"/>
                  <a:pt x="81" y="91"/>
                </a:cubicBezTo>
                <a:close/>
                <a:moveTo>
                  <a:pt x="148" y="109"/>
                </a:moveTo>
                <a:cubicBezTo>
                  <a:pt x="148" y="109"/>
                  <a:pt x="148" y="109"/>
                  <a:pt x="148" y="109"/>
                </a:cubicBezTo>
                <a:cubicBezTo>
                  <a:pt x="146" y="111"/>
                  <a:pt x="144" y="114"/>
                  <a:pt x="144" y="118"/>
                </a:cubicBezTo>
                <a:cubicBezTo>
                  <a:pt x="144" y="122"/>
                  <a:pt x="146" y="125"/>
                  <a:pt x="148" y="128"/>
                </a:cubicBezTo>
                <a:cubicBezTo>
                  <a:pt x="148" y="128"/>
                  <a:pt x="148" y="128"/>
                  <a:pt x="148" y="128"/>
                </a:cubicBezTo>
                <a:cubicBezTo>
                  <a:pt x="151" y="130"/>
                  <a:pt x="154" y="132"/>
                  <a:pt x="158" y="132"/>
                </a:cubicBezTo>
                <a:cubicBezTo>
                  <a:pt x="161" y="132"/>
                  <a:pt x="165" y="131"/>
                  <a:pt x="167" y="128"/>
                </a:cubicBezTo>
                <a:cubicBezTo>
                  <a:pt x="167" y="128"/>
                  <a:pt x="167" y="128"/>
                  <a:pt x="167" y="128"/>
                </a:cubicBezTo>
                <a:cubicBezTo>
                  <a:pt x="168" y="128"/>
                  <a:pt x="168" y="128"/>
                  <a:pt x="168" y="128"/>
                </a:cubicBezTo>
                <a:cubicBezTo>
                  <a:pt x="170" y="126"/>
                  <a:pt x="171" y="122"/>
                  <a:pt x="171" y="118"/>
                </a:cubicBezTo>
                <a:cubicBezTo>
                  <a:pt x="171" y="114"/>
                  <a:pt x="170" y="111"/>
                  <a:pt x="168" y="109"/>
                </a:cubicBezTo>
                <a:cubicBezTo>
                  <a:pt x="168" y="109"/>
                  <a:pt x="168" y="109"/>
                  <a:pt x="168" y="109"/>
                </a:cubicBezTo>
                <a:cubicBezTo>
                  <a:pt x="168" y="109"/>
                  <a:pt x="168" y="109"/>
                  <a:pt x="168" y="109"/>
                </a:cubicBezTo>
                <a:cubicBezTo>
                  <a:pt x="165" y="106"/>
                  <a:pt x="162" y="105"/>
                  <a:pt x="158" y="105"/>
                </a:cubicBezTo>
                <a:cubicBezTo>
                  <a:pt x="154" y="105"/>
                  <a:pt x="151" y="106"/>
                  <a:pt x="148" y="109"/>
                </a:cubicBezTo>
                <a:close/>
                <a:moveTo>
                  <a:pt x="154" y="114"/>
                </a:moveTo>
                <a:cubicBezTo>
                  <a:pt x="154" y="114"/>
                  <a:pt x="154" y="114"/>
                  <a:pt x="154" y="114"/>
                </a:cubicBezTo>
                <a:cubicBezTo>
                  <a:pt x="155" y="113"/>
                  <a:pt x="156" y="113"/>
                  <a:pt x="158" y="113"/>
                </a:cubicBezTo>
                <a:cubicBezTo>
                  <a:pt x="159" y="113"/>
                  <a:pt x="161" y="113"/>
                  <a:pt x="162" y="114"/>
                </a:cubicBezTo>
                <a:cubicBezTo>
                  <a:pt x="163" y="115"/>
                  <a:pt x="163" y="117"/>
                  <a:pt x="163" y="118"/>
                </a:cubicBezTo>
                <a:cubicBezTo>
                  <a:pt x="163" y="120"/>
                  <a:pt x="163" y="121"/>
                  <a:pt x="162" y="122"/>
                </a:cubicBezTo>
                <a:cubicBezTo>
                  <a:pt x="161" y="123"/>
                  <a:pt x="159" y="124"/>
                  <a:pt x="158" y="124"/>
                </a:cubicBezTo>
                <a:cubicBezTo>
                  <a:pt x="156" y="124"/>
                  <a:pt x="155" y="123"/>
                  <a:pt x="154" y="122"/>
                </a:cubicBezTo>
                <a:cubicBezTo>
                  <a:pt x="154" y="122"/>
                  <a:pt x="154" y="122"/>
                  <a:pt x="154" y="122"/>
                </a:cubicBezTo>
                <a:cubicBezTo>
                  <a:pt x="153" y="121"/>
                  <a:pt x="152" y="120"/>
                  <a:pt x="152" y="118"/>
                </a:cubicBezTo>
                <a:cubicBezTo>
                  <a:pt x="152" y="117"/>
                  <a:pt x="153" y="115"/>
                  <a:pt x="154" y="114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74" name="组合 73"/>
          <p:cNvGrpSpPr/>
          <p:nvPr/>
        </p:nvGrpSpPr>
        <p:grpSpPr>
          <a:xfrm>
            <a:off x="2167164" y="2571750"/>
            <a:ext cx="1512542" cy="1895740"/>
            <a:chOff x="522514" y="3027330"/>
            <a:chExt cx="1512542" cy="1440160"/>
          </a:xfrm>
        </p:grpSpPr>
        <p:sp>
          <p:nvSpPr>
            <p:cNvPr id="75" name="矩形 74"/>
            <p:cNvSpPr/>
            <p:nvPr/>
          </p:nvSpPr>
          <p:spPr>
            <a:xfrm>
              <a:off x="522514" y="3027330"/>
              <a:ext cx="1512542" cy="1440160"/>
            </a:xfrm>
            <a:prstGeom prst="rect">
              <a:avLst/>
            </a:prstGeom>
            <a:solidFill>
              <a:schemeClr val="bg1">
                <a:lumMod val="8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6" name="直接连接符 75"/>
            <p:cNvCxnSpPr/>
            <p:nvPr/>
          </p:nvCxnSpPr>
          <p:spPr>
            <a:xfrm>
              <a:off x="522514" y="3393953"/>
              <a:ext cx="1512542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组合 76"/>
          <p:cNvGrpSpPr/>
          <p:nvPr/>
        </p:nvGrpSpPr>
        <p:grpSpPr>
          <a:xfrm>
            <a:off x="3818164" y="2571750"/>
            <a:ext cx="1512542" cy="1895740"/>
            <a:chOff x="522514" y="3027330"/>
            <a:chExt cx="1512542" cy="1440160"/>
          </a:xfrm>
        </p:grpSpPr>
        <p:sp>
          <p:nvSpPr>
            <p:cNvPr id="78" name="矩形 77"/>
            <p:cNvSpPr/>
            <p:nvPr/>
          </p:nvSpPr>
          <p:spPr>
            <a:xfrm>
              <a:off x="522514" y="3027330"/>
              <a:ext cx="1512542" cy="1440160"/>
            </a:xfrm>
            <a:prstGeom prst="rect">
              <a:avLst/>
            </a:prstGeom>
            <a:solidFill>
              <a:schemeClr val="bg1">
                <a:lumMod val="8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9" name="直接连接符 78"/>
            <p:cNvCxnSpPr/>
            <p:nvPr/>
          </p:nvCxnSpPr>
          <p:spPr>
            <a:xfrm>
              <a:off x="522514" y="3393953"/>
              <a:ext cx="1512542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组合 79"/>
          <p:cNvGrpSpPr/>
          <p:nvPr/>
        </p:nvGrpSpPr>
        <p:grpSpPr>
          <a:xfrm>
            <a:off x="5475514" y="2571750"/>
            <a:ext cx="1512542" cy="1895740"/>
            <a:chOff x="522514" y="3027330"/>
            <a:chExt cx="1512542" cy="1440160"/>
          </a:xfrm>
        </p:grpSpPr>
        <p:sp>
          <p:nvSpPr>
            <p:cNvPr id="81" name="矩形 80"/>
            <p:cNvSpPr/>
            <p:nvPr/>
          </p:nvSpPr>
          <p:spPr>
            <a:xfrm>
              <a:off x="522514" y="3027330"/>
              <a:ext cx="1512542" cy="1440160"/>
            </a:xfrm>
            <a:prstGeom prst="rect">
              <a:avLst/>
            </a:prstGeom>
            <a:solidFill>
              <a:schemeClr val="bg1">
                <a:lumMod val="8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2" name="直接连接符 81"/>
            <p:cNvCxnSpPr/>
            <p:nvPr/>
          </p:nvCxnSpPr>
          <p:spPr>
            <a:xfrm>
              <a:off x="522514" y="3393953"/>
              <a:ext cx="1512542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组合 82"/>
          <p:cNvGrpSpPr/>
          <p:nvPr/>
        </p:nvGrpSpPr>
        <p:grpSpPr>
          <a:xfrm>
            <a:off x="7120164" y="2571750"/>
            <a:ext cx="1512542" cy="1895740"/>
            <a:chOff x="522514" y="3027330"/>
            <a:chExt cx="1512542" cy="1440160"/>
          </a:xfrm>
        </p:grpSpPr>
        <p:sp>
          <p:nvSpPr>
            <p:cNvPr id="84" name="矩形 83"/>
            <p:cNvSpPr/>
            <p:nvPr/>
          </p:nvSpPr>
          <p:spPr>
            <a:xfrm>
              <a:off x="522514" y="3027330"/>
              <a:ext cx="1512542" cy="1440160"/>
            </a:xfrm>
            <a:prstGeom prst="rect">
              <a:avLst/>
            </a:prstGeom>
            <a:solidFill>
              <a:schemeClr val="bg1">
                <a:lumMod val="8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5" name="直接连接符 84"/>
            <p:cNvCxnSpPr/>
            <p:nvPr/>
          </p:nvCxnSpPr>
          <p:spPr>
            <a:xfrm>
              <a:off x="522514" y="3393953"/>
              <a:ext cx="1512542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矩形 58"/>
          <p:cNvSpPr/>
          <p:nvPr/>
        </p:nvSpPr>
        <p:spPr>
          <a:xfrm>
            <a:off x="4223188" y="3111789"/>
            <a:ext cx="697627" cy="7568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编码方式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特征选择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分箱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2506373" y="3111789"/>
            <a:ext cx="825867" cy="5260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缺失值处理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异常值处理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661320" y="3111789"/>
            <a:ext cx="1210588" cy="984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初步分析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查重与缺失值观测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数值型特征分析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标称型特征分析</a:t>
            </a:r>
          </a:p>
        </p:txBody>
      </p:sp>
      <p:sp>
        <p:nvSpPr>
          <p:cNvPr id="62" name="矩形 61"/>
          <p:cNvSpPr/>
          <p:nvPr/>
        </p:nvSpPr>
        <p:spPr>
          <a:xfrm>
            <a:off x="7535347" y="3111789"/>
            <a:ext cx="697627" cy="5260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存在问题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后续展望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5882652" y="3111789"/>
            <a:ext cx="697627" cy="7568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逻辑回归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KNN</a:t>
            </a: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树模型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4171895" y="2667289"/>
            <a:ext cx="8002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特征工程</a:t>
            </a:r>
          </a:p>
        </p:txBody>
      </p:sp>
      <p:sp>
        <p:nvSpPr>
          <p:cNvPr id="65" name="矩形 64"/>
          <p:cNvSpPr/>
          <p:nvPr/>
        </p:nvSpPr>
        <p:spPr>
          <a:xfrm>
            <a:off x="2519198" y="2667289"/>
            <a:ext cx="8002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数据清洗</a:t>
            </a:r>
          </a:p>
        </p:txBody>
      </p:sp>
      <p:sp>
        <p:nvSpPr>
          <p:cNvPr id="66" name="矩形 65"/>
          <p:cNvSpPr/>
          <p:nvPr/>
        </p:nvSpPr>
        <p:spPr>
          <a:xfrm>
            <a:off x="697527" y="2667289"/>
            <a:ext cx="113817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数据特征分析</a:t>
            </a:r>
          </a:p>
        </p:txBody>
      </p:sp>
      <p:sp>
        <p:nvSpPr>
          <p:cNvPr id="67" name="矩形 66"/>
          <p:cNvSpPr/>
          <p:nvPr/>
        </p:nvSpPr>
        <p:spPr>
          <a:xfrm>
            <a:off x="7637937" y="2667289"/>
            <a:ext cx="4924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结语</a:t>
            </a:r>
          </a:p>
        </p:txBody>
      </p:sp>
      <p:sp>
        <p:nvSpPr>
          <p:cNvPr id="68" name="矩形 67"/>
          <p:cNvSpPr/>
          <p:nvPr/>
        </p:nvSpPr>
        <p:spPr>
          <a:xfrm>
            <a:off x="5600526" y="2667289"/>
            <a:ext cx="126188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模型拟合与优化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/>
          <p:cNvSpPr/>
          <p:nvPr/>
        </p:nvSpPr>
        <p:spPr>
          <a:xfrm>
            <a:off x="4573570" y="2676794"/>
            <a:ext cx="1383712" cy="12185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zh-CN" altLang="en-US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初步分析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查重与缺失值观测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数值型特征分析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标称型特征分析</a:t>
            </a:r>
          </a:p>
        </p:txBody>
      </p:sp>
      <p:sp>
        <p:nvSpPr>
          <p:cNvPr id="39" name="矩形 38"/>
          <p:cNvSpPr/>
          <p:nvPr/>
        </p:nvSpPr>
        <p:spPr>
          <a:xfrm>
            <a:off x="5364088" y="2070506"/>
            <a:ext cx="187220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数据特征分析</a:t>
            </a:r>
          </a:p>
          <a:p>
            <a:endParaRPr lang="zh-CN" altLang="en-US" sz="2000" b="1" dirty="0">
              <a:ln w="6350"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4573570" y="1790523"/>
            <a:ext cx="7905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4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01</a:t>
            </a:r>
            <a:endParaRPr lang="zh-CN" altLang="en-US" sz="44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0" y="2517744"/>
            <a:ext cx="9144000" cy="54006"/>
            <a:chOff x="2190216" y="0"/>
            <a:chExt cx="7128792" cy="108012"/>
          </a:xfrm>
        </p:grpSpPr>
        <p:sp>
          <p:nvSpPr>
            <p:cNvPr id="50" name="矩形 49"/>
            <p:cNvSpPr/>
            <p:nvPr/>
          </p:nvSpPr>
          <p:spPr>
            <a:xfrm>
              <a:off x="2190216" y="0"/>
              <a:ext cx="1188132" cy="1080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/>
            <p:cNvSpPr/>
            <p:nvPr/>
          </p:nvSpPr>
          <p:spPr>
            <a:xfrm>
              <a:off x="3378348" y="0"/>
              <a:ext cx="1188132" cy="1080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 55"/>
            <p:cNvSpPr/>
            <p:nvPr/>
          </p:nvSpPr>
          <p:spPr>
            <a:xfrm>
              <a:off x="4566480" y="0"/>
              <a:ext cx="1188132" cy="1080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矩形 56"/>
            <p:cNvSpPr/>
            <p:nvPr/>
          </p:nvSpPr>
          <p:spPr>
            <a:xfrm>
              <a:off x="5754612" y="0"/>
              <a:ext cx="1188132" cy="10801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/>
            <p:cNvSpPr/>
            <p:nvPr/>
          </p:nvSpPr>
          <p:spPr>
            <a:xfrm>
              <a:off x="6942744" y="0"/>
              <a:ext cx="1188132" cy="10801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矩形 73"/>
            <p:cNvSpPr/>
            <p:nvPr/>
          </p:nvSpPr>
          <p:spPr>
            <a:xfrm>
              <a:off x="8130876" y="0"/>
              <a:ext cx="1188132" cy="108012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6096000" y="411510"/>
            <a:ext cx="2580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2F2F2"/>
                </a:solidFill>
              </a:rPr>
              <a:t>https://www.ypppt.com/</a:t>
            </a:r>
            <a:endParaRPr lang="zh-CN" altLang="en-US" dirty="0">
              <a:solidFill>
                <a:srgbClr val="F2F2F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39"/>
          <p:cNvSpPr>
            <a:spLocks noChangeArrowheads="1"/>
          </p:cNvSpPr>
          <p:nvPr/>
        </p:nvSpPr>
        <p:spPr bwMode="auto">
          <a:xfrm>
            <a:off x="416159" y="278281"/>
            <a:ext cx="2778059" cy="307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初步分析</a:t>
            </a:r>
            <a:endParaRPr lang="en-US" altLang="zh-CN" sz="2000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416158" y="699542"/>
            <a:ext cx="899592" cy="56017"/>
            <a:chOff x="0" y="2842590"/>
            <a:chExt cx="7054752" cy="89199"/>
          </a:xfrm>
        </p:grpSpPr>
        <p:sp>
          <p:nvSpPr>
            <p:cNvPr id="49" name="矩形 48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9" name="图片 38">
            <a:extLst>
              <a:ext uri="{FF2B5EF4-FFF2-40B4-BE49-F238E27FC236}">
                <a16:creationId xmlns:a16="http://schemas.microsoft.com/office/drawing/2014/main" id="{759B017E-A254-44C7-99A8-1B485BCF9F5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4845" y="1352550"/>
            <a:ext cx="5274310" cy="24384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D8460F9-7A5E-471B-9772-54CDE5C64F6E}"/>
              </a:ext>
            </a:extLst>
          </p:cNvPr>
          <p:cNvSpPr txBox="1"/>
          <p:nvPr/>
        </p:nvSpPr>
        <p:spPr>
          <a:xfrm>
            <a:off x="3419872" y="755559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拿到数据后第一件事：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39"/>
          <p:cNvSpPr>
            <a:spLocks noChangeArrowheads="1"/>
          </p:cNvSpPr>
          <p:nvPr/>
        </p:nvSpPr>
        <p:spPr bwMode="auto">
          <a:xfrm>
            <a:off x="416159" y="278281"/>
            <a:ext cx="2778059" cy="307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查重与缺失值观测</a:t>
            </a:r>
            <a:endParaRPr lang="en-US" altLang="zh-CN" sz="2000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416158" y="699542"/>
            <a:ext cx="899592" cy="56017"/>
            <a:chOff x="0" y="2842590"/>
            <a:chExt cx="7054752" cy="89199"/>
          </a:xfrm>
        </p:grpSpPr>
        <p:sp>
          <p:nvSpPr>
            <p:cNvPr id="50" name="矩形 49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3" name="图片 42">
            <a:extLst>
              <a:ext uri="{FF2B5EF4-FFF2-40B4-BE49-F238E27FC236}">
                <a16:creationId xmlns:a16="http://schemas.microsoft.com/office/drawing/2014/main" id="{FE50682D-2EAE-4AAB-BF94-FCB5780A206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23069" y="2067694"/>
            <a:ext cx="3619500" cy="1133475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962FE621-089C-45A0-ABBB-277998849B59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587" y="341609"/>
            <a:ext cx="2604770" cy="445643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8BF7465-5D17-49F6-902F-6C00CA2D5403}"/>
              </a:ext>
            </a:extLst>
          </p:cNvPr>
          <p:cNvSpPr txBox="1"/>
          <p:nvPr/>
        </p:nvSpPr>
        <p:spPr>
          <a:xfrm>
            <a:off x="1570535" y="1419622"/>
            <a:ext cx="1614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pd.duplicated</a:t>
            </a:r>
            <a:r>
              <a:rPr lang="en-US" altLang="zh-CN" dirty="0"/>
              <a:t>()</a:t>
            </a:r>
            <a:endParaRPr lang="zh-CN" altLang="en-US" dirty="0"/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34DFDDF5-51D4-41B4-9E7F-CA8278653DE0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4616084" y="1291630"/>
            <a:ext cx="3787775" cy="292417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79CB14AB-FE2A-4E2F-AB7F-88EFEC38FC49}"/>
              </a:ext>
            </a:extLst>
          </p:cNvPr>
          <p:cNvSpPr txBox="1"/>
          <p:nvPr/>
        </p:nvSpPr>
        <p:spPr>
          <a:xfrm>
            <a:off x="1570535" y="3723878"/>
            <a:ext cx="1896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sns</a:t>
            </a:r>
            <a:r>
              <a:rPr lang="en-US" altLang="zh-CN" dirty="0"/>
              <a:t>. heatmap()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39"/>
          <p:cNvSpPr>
            <a:spLocks noChangeArrowheads="1"/>
          </p:cNvSpPr>
          <p:nvPr/>
        </p:nvSpPr>
        <p:spPr bwMode="auto">
          <a:xfrm>
            <a:off x="416159" y="278281"/>
            <a:ext cx="2778059" cy="307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数值型特征分析</a:t>
            </a:r>
            <a:endParaRPr lang="en-US" altLang="zh-CN" sz="2000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416158" y="699542"/>
            <a:ext cx="899592" cy="56017"/>
            <a:chOff x="0" y="2842590"/>
            <a:chExt cx="7054752" cy="89199"/>
          </a:xfrm>
        </p:grpSpPr>
        <p:sp>
          <p:nvSpPr>
            <p:cNvPr id="33" name="矩形 32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96D2F60F-32B9-462E-9D33-9A3932892C3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98316" y="852489"/>
            <a:ext cx="7747368" cy="399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42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39"/>
          <p:cNvSpPr>
            <a:spLocks noChangeArrowheads="1"/>
          </p:cNvSpPr>
          <p:nvPr/>
        </p:nvSpPr>
        <p:spPr bwMode="auto">
          <a:xfrm>
            <a:off x="416159" y="278281"/>
            <a:ext cx="2778059" cy="307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数值型特征分析</a:t>
            </a:r>
            <a:endParaRPr lang="en-US" altLang="zh-CN" sz="2000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416158" y="699542"/>
            <a:ext cx="899592" cy="56017"/>
            <a:chOff x="0" y="2842590"/>
            <a:chExt cx="7054752" cy="89199"/>
          </a:xfrm>
        </p:grpSpPr>
        <p:sp>
          <p:nvSpPr>
            <p:cNvPr id="33" name="矩形 32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F17D8C27-C840-4029-8C4C-596CA2AEFA62}"/>
              </a:ext>
            </a:extLst>
          </p:cNvPr>
          <p:cNvSpPr txBox="1"/>
          <p:nvPr/>
        </p:nvSpPr>
        <p:spPr>
          <a:xfrm>
            <a:off x="605393" y="2387084"/>
            <a:ext cx="2032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相关系数？</a:t>
            </a:r>
            <a:r>
              <a:rPr lang="en-US" altLang="zh-CN" dirty="0"/>
              <a:t>R</a:t>
            </a:r>
            <a:r>
              <a:rPr lang="zh-CN" altLang="en-US" dirty="0"/>
              <a:t>？</a:t>
            </a:r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BA7719C0-0965-4209-B0D3-ED051B0BD17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466284" y="755559"/>
            <a:ext cx="4211432" cy="381642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B795665F-F00F-4FC2-9BF3-88816F6C4136}"/>
              </a:ext>
            </a:extLst>
          </p:cNvPr>
          <p:cNvSpPr txBox="1"/>
          <p:nvPr/>
        </p:nvSpPr>
        <p:spPr>
          <a:xfrm>
            <a:off x="6991346" y="2389694"/>
            <a:ext cx="1257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太过复杂？</a:t>
            </a:r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04407338-43BE-4638-BB35-BD1C58980FE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4845" y="1122045"/>
            <a:ext cx="5274310" cy="28994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9"/>
          <p:cNvSpPr>
            <a:spLocks noChangeArrowheads="1"/>
          </p:cNvSpPr>
          <p:nvPr/>
        </p:nvSpPr>
        <p:spPr bwMode="auto">
          <a:xfrm>
            <a:off x="416159" y="278281"/>
            <a:ext cx="2778059" cy="307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标称型特征分析</a:t>
            </a:r>
            <a:endParaRPr lang="en-US" altLang="zh-CN" sz="2000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416158" y="699542"/>
            <a:ext cx="899592" cy="56017"/>
            <a:chOff x="0" y="2842590"/>
            <a:chExt cx="7054752" cy="89199"/>
          </a:xfrm>
        </p:grpSpPr>
        <p:sp>
          <p:nvSpPr>
            <p:cNvPr id="37" name="矩形 36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矩形 39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687C6E58-1194-4321-818C-7EA9705C9A4F}"/>
              </a:ext>
            </a:extLst>
          </p:cNvPr>
          <p:cNvGrpSpPr/>
          <p:nvPr/>
        </p:nvGrpSpPr>
        <p:grpSpPr>
          <a:xfrm>
            <a:off x="1237197" y="1059582"/>
            <a:ext cx="6669603" cy="3384376"/>
            <a:chOff x="1237197" y="1059582"/>
            <a:chExt cx="6669603" cy="3384376"/>
          </a:xfrm>
        </p:grpSpPr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24932488-7DF2-4AC0-BDD8-F74172FDB349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237197" y="1542162"/>
              <a:ext cx="6669603" cy="2901796"/>
            </a:xfrm>
            <a:prstGeom prst="rect">
              <a:avLst/>
            </a:prstGeom>
          </p:spPr>
        </p:pic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AE7BADEA-3B2A-4B5D-A63A-E759F840219B}"/>
                </a:ext>
              </a:extLst>
            </p:cNvPr>
            <p:cNvSpPr txBox="1"/>
            <p:nvPr/>
          </p:nvSpPr>
          <p:spPr>
            <a:xfrm>
              <a:off x="4248834" y="1059582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性别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9"/>
          <p:cNvSpPr>
            <a:spLocks noChangeArrowheads="1"/>
          </p:cNvSpPr>
          <p:nvPr/>
        </p:nvSpPr>
        <p:spPr bwMode="auto">
          <a:xfrm>
            <a:off x="416159" y="278281"/>
            <a:ext cx="2778059" cy="307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标称型特征分析</a:t>
            </a:r>
            <a:endParaRPr lang="en-US" altLang="zh-CN" sz="2000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416158" y="699542"/>
            <a:ext cx="899592" cy="56017"/>
            <a:chOff x="0" y="2842590"/>
            <a:chExt cx="7054752" cy="89199"/>
          </a:xfrm>
        </p:grpSpPr>
        <p:sp>
          <p:nvSpPr>
            <p:cNvPr id="37" name="矩形 36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矩形 39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315F917F-0043-4625-9B0A-25C055C9B5DD}"/>
              </a:ext>
            </a:extLst>
          </p:cNvPr>
          <p:cNvGrpSpPr/>
          <p:nvPr/>
        </p:nvGrpSpPr>
        <p:grpSpPr>
          <a:xfrm>
            <a:off x="809582" y="830917"/>
            <a:ext cx="7524836" cy="3937077"/>
            <a:chOff x="809582" y="830917"/>
            <a:chExt cx="7524836" cy="3937077"/>
          </a:xfrm>
        </p:grpSpPr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BA7E1229-D064-4A8B-8B7D-4C27B8C63435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9582" y="1275606"/>
              <a:ext cx="7524836" cy="3492388"/>
            </a:xfrm>
            <a:prstGeom prst="rect">
              <a:avLst/>
            </a:prstGeom>
          </p:spPr>
        </p:pic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C1C0A409-25E7-4316-B66C-158FB73C1373}"/>
                </a:ext>
              </a:extLst>
            </p:cNvPr>
            <p:cNvSpPr txBox="1"/>
            <p:nvPr/>
          </p:nvSpPr>
          <p:spPr>
            <a:xfrm>
              <a:off x="4248834" y="830917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难度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98220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9"/>
          <p:cNvSpPr>
            <a:spLocks noChangeArrowheads="1"/>
          </p:cNvSpPr>
          <p:nvPr/>
        </p:nvSpPr>
        <p:spPr bwMode="auto">
          <a:xfrm>
            <a:off x="416159" y="278281"/>
            <a:ext cx="2778059" cy="307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标称型特征分析</a:t>
            </a:r>
            <a:endParaRPr lang="en-US" altLang="zh-CN" sz="2000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416158" y="699542"/>
            <a:ext cx="899592" cy="56017"/>
            <a:chOff x="0" y="2842590"/>
            <a:chExt cx="7054752" cy="89199"/>
          </a:xfrm>
        </p:grpSpPr>
        <p:sp>
          <p:nvSpPr>
            <p:cNvPr id="37" name="矩形 36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矩形 39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A44E2428-B5B9-4A70-AEFB-CF880976797A}"/>
              </a:ext>
            </a:extLst>
          </p:cNvPr>
          <p:cNvGrpSpPr/>
          <p:nvPr/>
        </p:nvGrpSpPr>
        <p:grpSpPr>
          <a:xfrm>
            <a:off x="718536" y="949978"/>
            <a:ext cx="7706927" cy="3221939"/>
            <a:chOff x="718536" y="949978"/>
            <a:chExt cx="7706927" cy="3221939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A1CB53BD-CAD0-4B75-B6A7-C8158E9780D3}"/>
                </a:ext>
              </a:extLst>
            </p:cNvPr>
            <p:cNvSpPr txBox="1"/>
            <p:nvPr/>
          </p:nvSpPr>
          <p:spPr>
            <a:xfrm>
              <a:off x="3995935" y="949978"/>
              <a:ext cx="115212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zh-CN" sz="18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程序类型</a:t>
              </a:r>
              <a:endParaRPr lang="zh-CN" altLang="en-US" dirty="0"/>
            </a:p>
          </p:txBody>
        </p: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25C18EBC-C49E-46E4-8704-D7F88BF1E373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718536" y="1507621"/>
              <a:ext cx="7706927" cy="2664296"/>
            </a:xfrm>
            <a:prstGeom prst="rect">
              <a:avLst/>
            </a:prstGeom>
          </p:spPr>
        </p:pic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49514C0D-E7D9-4C96-8CD1-F842DFF865B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28607" y="1507621"/>
            <a:ext cx="8029928" cy="2852607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692E5828-40AD-4D41-AF1A-421D23791DFF}"/>
              </a:ext>
            </a:extLst>
          </p:cNvPr>
          <p:cNvSpPr txBox="1"/>
          <p:nvPr/>
        </p:nvSpPr>
        <p:spPr>
          <a:xfrm>
            <a:off x="3995935" y="946924"/>
            <a:ext cx="1925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程序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2985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9"/>
          <p:cNvSpPr>
            <a:spLocks noChangeArrowheads="1"/>
          </p:cNvSpPr>
          <p:nvPr/>
        </p:nvSpPr>
        <p:spPr bwMode="auto">
          <a:xfrm>
            <a:off x="416159" y="278281"/>
            <a:ext cx="2778059" cy="307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标称型特征分析</a:t>
            </a:r>
            <a:endParaRPr lang="en-US" altLang="zh-CN" sz="2000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416158" y="699542"/>
            <a:ext cx="899592" cy="56017"/>
            <a:chOff x="0" y="2842590"/>
            <a:chExt cx="7054752" cy="89199"/>
          </a:xfrm>
        </p:grpSpPr>
        <p:sp>
          <p:nvSpPr>
            <p:cNvPr id="37" name="矩形 36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矩形 39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3DA7EDE4-67E4-4CEF-A723-60C8E8411C94}"/>
              </a:ext>
            </a:extLst>
          </p:cNvPr>
          <p:cNvGrpSpPr/>
          <p:nvPr/>
        </p:nvGrpSpPr>
        <p:grpSpPr>
          <a:xfrm>
            <a:off x="718536" y="901290"/>
            <a:ext cx="7706927" cy="3758692"/>
            <a:chOff x="718536" y="901290"/>
            <a:chExt cx="7706927" cy="3758692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6F11D033-6585-445F-8B87-F8DE4FAFD8AB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718536" y="1635646"/>
              <a:ext cx="7706927" cy="3024336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2544E82-8201-4C49-85A4-CAACD3311509}"/>
                </a:ext>
              </a:extLst>
            </p:cNvPr>
            <p:cNvSpPr txBox="1"/>
            <p:nvPr/>
          </p:nvSpPr>
          <p:spPr>
            <a:xfrm>
              <a:off x="3995935" y="901290"/>
              <a:ext cx="115212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zh-CN" sz="18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选课数量</a:t>
              </a:r>
              <a:endParaRPr lang="zh-CN" altLang="en-US" dirty="0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D2A8338D-0A07-44E9-87BB-FF42F11F60C7}"/>
              </a:ext>
            </a:extLst>
          </p:cNvPr>
          <p:cNvSpPr txBox="1"/>
          <p:nvPr/>
        </p:nvSpPr>
        <p:spPr>
          <a:xfrm>
            <a:off x="7092280" y="108380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黑线？</a:t>
            </a:r>
          </a:p>
        </p:txBody>
      </p:sp>
    </p:spTree>
    <p:extLst>
      <p:ext uri="{BB962C8B-B14F-4D97-AF65-F5344CB8AC3E}">
        <p14:creationId xmlns:p14="http://schemas.microsoft.com/office/powerpoint/2010/main" val="3763463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3294112" y="1125349"/>
            <a:ext cx="2555776" cy="47429"/>
            <a:chOff x="2190216" y="0"/>
            <a:chExt cx="4752528" cy="108012"/>
          </a:xfrm>
        </p:grpSpPr>
        <p:sp>
          <p:nvSpPr>
            <p:cNvPr id="4" name="矩形 3"/>
            <p:cNvSpPr/>
            <p:nvPr/>
          </p:nvSpPr>
          <p:spPr>
            <a:xfrm>
              <a:off x="2190216" y="0"/>
              <a:ext cx="1188132" cy="1080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3378348" y="0"/>
              <a:ext cx="1188132" cy="1080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4566480" y="0"/>
              <a:ext cx="1188132" cy="1080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5754612" y="0"/>
              <a:ext cx="1188132" cy="10801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3832860" y="313244"/>
            <a:ext cx="14782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ln w="6350">
                  <a:noFill/>
                </a:ln>
                <a:solidFill>
                  <a:schemeClr val="accent1"/>
                </a:solidFill>
                <a:latin typeface="Impact" pitchFamily="34" charset="0"/>
                <a:ea typeface="微软雅黑" pitchFamily="34" charset="-122"/>
              </a:rPr>
              <a:t>目  录</a:t>
            </a:r>
            <a:endParaRPr lang="en-US" altLang="zh-CN" sz="2800" b="1" dirty="0">
              <a:ln w="6350">
                <a:noFill/>
              </a:ln>
              <a:solidFill>
                <a:schemeClr val="accent1"/>
              </a:solidFill>
              <a:latin typeface="Impact" pitchFamily="34" charset="0"/>
              <a:ea typeface="微软雅黑" pitchFamily="34" charset="-122"/>
            </a:endParaRPr>
          </a:p>
          <a:p>
            <a:pPr algn="ctr"/>
            <a:r>
              <a:rPr lang="en-US" altLang="zh-CN" sz="1600" dirty="0">
                <a:ln w="635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CONTENTS</a:t>
            </a:r>
            <a:endParaRPr lang="zh-CN" altLang="en-US" sz="1600" dirty="0">
              <a:ln w="6350"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22514" y="2571750"/>
            <a:ext cx="1512542" cy="1895740"/>
            <a:chOff x="522514" y="3027330"/>
            <a:chExt cx="1512542" cy="1440160"/>
          </a:xfrm>
        </p:grpSpPr>
        <p:sp>
          <p:nvSpPr>
            <p:cNvPr id="54" name="矩形 53"/>
            <p:cNvSpPr/>
            <p:nvPr/>
          </p:nvSpPr>
          <p:spPr>
            <a:xfrm>
              <a:off x="522514" y="3027330"/>
              <a:ext cx="1512542" cy="1440160"/>
            </a:xfrm>
            <a:prstGeom prst="rect">
              <a:avLst/>
            </a:prstGeom>
            <a:solidFill>
              <a:schemeClr val="bg1">
                <a:lumMod val="8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5" name="直接连接符 54"/>
            <p:cNvCxnSpPr/>
            <p:nvPr/>
          </p:nvCxnSpPr>
          <p:spPr>
            <a:xfrm>
              <a:off x="522514" y="3393953"/>
              <a:ext cx="1512542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Freeform 9"/>
          <p:cNvSpPr>
            <a:spLocks noEditPoints="1"/>
          </p:cNvSpPr>
          <p:nvPr/>
        </p:nvSpPr>
        <p:spPr bwMode="auto">
          <a:xfrm>
            <a:off x="7681431" y="208021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0" name="Freeform 10"/>
          <p:cNvSpPr>
            <a:spLocks noEditPoints="1"/>
          </p:cNvSpPr>
          <p:nvPr/>
        </p:nvSpPr>
        <p:spPr bwMode="auto">
          <a:xfrm>
            <a:off x="2800042" y="2062748"/>
            <a:ext cx="286864" cy="287612"/>
          </a:xfrm>
          <a:custGeom>
            <a:avLst/>
            <a:gdLst>
              <a:gd name="T0" fmla="*/ 47 w 162"/>
              <a:gd name="T1" fmla="*/ 34 h 163"/>
              <a:gd name="T2" fmla="*/ 34 w 162"/>
              <a:gd name="T3" fmla="*/ 47 h 163"/>
              <a:gd name="T4" fmla="*/ 32 w 162"/>
              <a:gd name="T5" fmla="*/ 61 h 163"/>
              <a:gd name="T6" fmla="*/ 41 w 162"/>
              <a:gd name="T7" fmla="*/ 52 h 163"/>
              <a:gd name="T8" fmla="*/ 52 w 162"/>
              <a:gd name="T9" fmla="*/ 41 h 163"/>
              <a:gd name="T10" fmla="*/ 60 w 162"/>
              <a:gd name="T11" fmla="*/ 32 h 163"/>
              <a:gd name="T12" fmla="*/ 160 w 162"/>
              <a:gd name="T13" fmla="*/ 150 h 163"/>
              <a:gd name="T14" fmla="*/ 130 w 162"/>
              <a:gd name="T15" fmla="*/ 121 h 163"/>
              <a:gd name="T16" fmla="*/ 147 w 162"/>
              <a:gd name="T17" fmla="*/ 74 h 163"/>
              <a:gd name="T18" fmla="*/ 142 w 162"/>
              <a:gd name="T19" fmla="*/ 46 h 163"/>
              <a:gd name="T20" fmla="*/ 126 w 162"/>
              <a:gd name="T21" fmla="*/ 22 h 163"/>
              <a:gd name="T22" fmla="*/ 74 w 162"/>
              <a:gd name="T23" fmla="*/ 0 h 163"/>
              <a:gd name="T24" fmla="*/ 6 w 162"/>
              <a:gd name="T25" fmla="*/ 46 h 163"/>
              <a:gd name="T26" fmla="*/ 5 w 162"/>
              <a:gd name="T27" fmla="*/ 102 h 163"/>
              <a:gd name="T28" fmla="*/ 21 w 162"/>
              <a:gd name="T29" fmla="*/ 126 h 163"/>
              <a:gd name="T30" fmla="*/ 45 w 162"/>
              <a:gd name="T31" fmla="*/ 142 h 163"/>
              <a:gd name="T32" fmla="*/ 45 w 162"/>
              <a:gd name="T33" fmla="*/ 142 h 163"/>
              <a:gd name="T34" fmla="*/ 102 w 162"/>
              <a:gd name="T35" fmla="*/ 142 h 163"/>
              <a:gd name="T36" fmla="*/ 150 w 162"/>
              <a:gd name="T37" fmla="*/ 160 h 163"/>
              <a:gd name="T38" fmla="*/ 160 w 162"/>
              <a:gd name="T39" fmla="*/ 150 h 163"/>
              <a:gd name="T40" fmla="*/ 116 w 162"/>
              <a:gd name="T41" fmla="*/ 117 h 163"/>
              <a:gd name="T42" fmla="*/ 97 w 162"/>
              <a:gd name="T43" fmla="*/ 130 h 163"/>
              <a:gd name="T44" fmla="*/ 51 w 162"/>
              <a:gd name="T45" fmla="*/ 130 h 163"/>
              <a:gd name="T46" fmla="*/ 31 w 162"/>
              <a:gd name="T47" fmla="*/ 117 h 163"/>
              <a:gd name="T48" fmla="*/ 31 w 162"/>
              <a:gd name="T49" fmla="*/ 117 h 163"/>
              <a:gd name="T50" fmla="*/ 18 w 162"/>
              <a:gd name="T51" fmla="*/ 97 h 163"/>
              <a:gd name="T52" fmla="*/ 18 w 162"/>
              <a:gd name="T53" fmla="*/ 51 h 163"/>
              <a:gd name="T54" fmla="*/ 74 w 162"/>
              <a:gd name="T55" fmla="*/ 14 h 163"/>
              <a:gd name="T56" fmla="*/ 116 w 162"/>
              <a:gd name="T57" fmla="*/ 31 h 163"/>
              <a:gd name="T58" fmla="*/ 129 w 162"/>
              <a:gd name="T59" fmla="*/ 51 h 163"/>
              <a:gd name="T60" fmla="*/ 134 w 162"/>
              <a:gd name="T61" fmla="*/ 74 h 163"/>
              <a:gd name="T62" fmla="*/ 116 w 162"/>
              <a:gd name="T63" fmla="*/ 117 h 163"/>
              <a:gd name="T64" fmla="*/ 117 w 162"/>
              <a:gd name="T65" fmla="*/ 70 h 163"/>
              <a:gd name="T66" fmla="*/ 110 w 162"/>
              <a:gd name="T67" fmla="*/ 89 h 163"/>
              <a:gd name="T68" fmla="*/ 102 w 162"/>
              <a:gd name="T69" fmla="*/ 102 h 163"/>
              <a:gd name="T70" fmla="*/ 74 w 162"/>
              <a:gd name="T71" fmla="*/ 114 h 163"/>
              <a:gd name="T72" fmla="*/ 74 w 162"/>
              <a:gd name="T73" fmla="*/ 122 h 163"/>
              <a:gd name="T74" fmla="*/ 107 w 162"/>
              <a:gd name="T75" fmla="*/ 108 h 163"/>
              <a:gd name="T76" fmla="*/ 118 w 162"/>
              <a:gd name="T77" fmla="*/ 92 h 163"/>
              <a:gd name="T78" fmla="*/ 117 w 162"/>
              <a:gd name="T79" fmla="*/ 70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62" h="163">
                <a:moveTo>
                  <a:pt x="55" y="30"/>
                </a:moveTo>
                <a:cubicBezTo>
                  <a:pt x="52" y="31"/>
                  <a:pt x="50" y="33"/>
                  <a:pt x="47" y="34"/>
                </a:cubicBezTo>
                <a:cubicBezTo>
                  <a:pt x="44" y="36"/>
                  <a:pt x="42" y="38"/>
                  <a:pt x="40" y="40"/>
                </a:cubicBezTo>
                <a:cubicBezTo>
                  <a:pt x="38" y="42"/>
                  <a:pt x="36" y="45"/>
                  <a:pt x="34" y="47"/>
                </a:cubicBezTo>
                <a:cubicBezTo>
                  <a:pt x="32" y="50"/>
                  <a:pt x="31" y="53"/>
                  <a:pt x="30" y="55"/>
                </a:cubicBezTo>
                <a:cubicBezTo>
                  <a:pt x="29" y="57"/>
                  <a:pt x="30" y="60"/>
                  <a:pt x="32" y="61"/>
                </a:cubicBezTo>
                <a:cubicBezTo>
                  <a:pt x="34" y="62"/>
                  <a:pt x="36" y="61"/>
                  <a:pt x="37" y="59"/>
                </a:cubicBezTo>
                <a:cubicBezTo>
                  <a:pt x="38" y="56"/>
                  <a:pt x="39" y="54"/>
                  <a:pt x="41" y="52"/>
                </a:cubicBezTo>
                <a:cubicBezTo>
                  <a:pt x="42" y="50"/>
                  <a:pt x="44" y="48"/>
                  <a:pt x="46" y="46"/>
                </a:cubicBezTo>
                <a:cubicBezTo>
                  <a:pt x="48" y="44"/>
                  <a:pt x="49" y="43"/>
                  <a:pt x="52" y="41"/>
                </a:cubicBezTo>
                <a:cubicBezTo>
                  <a:pt x="54" y="40"/>
                  <a:pt x="56" y="38"/>
                  <a:pt x="58" y="37"/>
                </a:cubicBezTo>
                <a:cubicBezTo>
                  <a:pt x="60" y="37"/>
                  <a:pt x="61" y="34"/>
                  <a:pt x="60" y="32"/>
                </a:cubicBezTo>
                <a:cubicBezTo>
                  <a:pt x="59" y="30"/>
                  <a:pt x="57" y="29"/>
                  <a:pt x="55" y="30"/>
                </a:cubicBezTo>
                <a:close/>
                <a:moveTo>
                  <a:pt x="160" y="150"/>
                </a:moveTo>
                <a:cubicBezTo>
                  <a:pt x="160" y="150"/>
                  <a:pt x="160" y="150"/>
                  <a:pt x="160" y="150"/>
                </a:cubicBezTo>
                <a:cubicBezTo>
                  <a:pt x="130" y="121"/>
                  <a:pt x="130" y="121"/>
                  <a:pt x="130" y="121"/>
                </a:cubicBezTo>
                <a:cubicBezTo>
                  <a:pt x="135" y="115"/>
                  <a:pt x="139" y="109"/>
                  <a:pt x="142" y="102"/>
                </a:cubicBezTo>
                <a:cubicBezTo>
                  <a:pt x="145" y="93"/>
                  <a:pt x="147" y="84"/>
                  <a:pt x="147" y="74"/>
                </a:cubicBezTo>
                <a:cubicBezTo>
                  <a:pt x="147" y="64"/>
                  <a:pt x="145" y="55"/>
                  <a:pt x="142" y="46"/>
                </a:cubicBezTo>
                <a:cubicBezTo>
                  <a:pt x="142" y="46"/>
                  <a:pt x="142" y="46"/>
                  <a:pt x="142" y="46"/>
                </a:cubicBezTo>
                <a:cubicBezTo>
                  <a:pt x="138" y="37"/>
                  <a:pt x="133" y="29"/>
                  <a:pt x="126" y="22"/>
                </a:cubicBezTo>
                <a:cubicBezTo>
                  <a:pt x="126" y="22"/>
                  <a:pt x="126" y="22"/>
                  <a:pt x="126" y="22"/>
                </a:cubicBezTo>
                <a:cubicBezTo>
                  <a:pt x="119" y="15"/>
                  <a:pt x="111" y="10"/>
                  <a:pt x="102" y="6"/>
                </a:cubicBezTo>
                <a:cubicBezTo>
                  <a:pt x="93" y="2"/>
                  <a:pt x="84" y="0"/>
                  <a:pt x="74" y="0"/>
                </a:cubicBezTo>
                <a:cubicBezTo>
                  <a:pt x="53" y="0"/>
                  <a:pt x="35" y="8"/>
                  <a:pt x="21" y="22"/>
                </a:cubicBezTo>
                <a:cubicBezTo>
                  <a:pt x="15" y="29"/>
                  <a:pt x="9" y="37"/>
                  <a:pt x="6" y="46"/>
                </a:cubicBezTo>
                <a:cubicBezTo>
                  <a:pt x="2" y="55"/>
                  <a:pt x="0" y="64"/>
                  <a:pt x="0" y="74"/>
                </a:cubicBezTo>
                <a:cubicBezTo>
                  <a:pt x="0" y="84"/>
                  <a:pt x="2" y="93"/>
                  <a:pt x="5" y="102"/>
                </a:cubicBezTo>
                <a:cubicBezTo>
                  <a:pt x="6" y="102"/>
                  <a:pt x="6" y="102"/>
                  <a:pt x="6" y="102"/>
                </a:cubicBezTo>
                <a:cubicBezTo>
                  <a:pt x="9" y="111"/>
                  <a:pt x="15" y="119"/>
                  <a:pt x="21" y="126"/>
                </a:cubicBezTo>
                <a:cubicBezTo>
                  <a:pt x="22" y="126"/>
                  <a:pt x="22" y="126"/>
                  <a:pt x="22" y="126"/>
                </a:cubicBezTo>
                <a:cubicBezTo>
                  <a:pt x="28" y="133"/>
                  <a:pt x="36" y="138"/>
                  <a:pt x="45" y="142"/>
                </a:cubicBezTo>
                <a:cubicBezTo>
                  <a:pt x="45" y="142"/>
                  <a:pt x="45" y="142"/>
                  <a:pt x="45" y="142"/>
                </a:cubicBezTo>
                <a:cubicBezTo>
                  <a:pt x="45" y="142"/>
                  <a:pt x="45" y="142"/>
                  <a:pt x="45" y="142"/>
                </a:cubicBezTo>
                <a:cubicBezTo>
                  <a:pt x="54" y="146"/>
                  <a:pt x="64" y="148"/>
                  <a:pt x="74" y="148"/>
                </a:cubicBezTo>
                <a:cubicBezTo>
                  <a:pt x="84" y="148"/>
                  <a:pt x="93" y="146"/>
                  <a:pt x="102" y="142"/>
                </a:cubicBezTo>
                <a:cubicBezTo>
                  <a:pt x="109" y="139"/>
                  <a:pt x="115" y="135"/>
                  <a:pt x="121" y="131"/>
                </a:cubicBezTo>
                <a:cubicBezTo>
                  <a:pt x="150" y="160"/>
                  <a:pt x="150" y="160"/>
                  <a:pt x="150" y="160"/>
                </a:cubicBezTo>
                <a:cubicBezTo>
                  <a:pt x="153" y="163"/>
                  <a:pt x="157" y="163"/>
                  <a:pt x="160" y="160"/>
                </a:cubicBezTo>
                <a:cubicBezTo>
                  <a:pt x="162" y="157"/>
                  <a:pt x="162" y="153"/>
                  <a:pt x="160" y="150"/>
                </a:cubicBezTo>
                <a:close/>
                <a:moveTo>
                  <a:pt x="116" y="117"/>
                </a:moveTo>
                <a:cubicBezTo>
                  <a:pt x="116" y="117"/>
                  <a:pt x="116" y="117"/>
                  <a:pt x="116" y="117"/>
                </a:cubicBezTo>
                <a:cubicBezTo>
                  <a:pt x="116" y="117"/>
                  <a:pt x="116" y="117"/>
                  <a:pt x="116" y="117"/>
                </a:cubicBezTo>
                <a:cubicBezTo>
                  <a:pt x="111" y="122"/>
                  <a:pt x="104" y="127"/>
                  <a:pt x="97" y="130"/>
                </a:cubicBezTo>
                <a:cubicBezTo>
                  <a:pt x="90" y="133"/>
                  <a:pt x="82" y="134"/>
                  <a:pt x="74" y="134"/>
                </a:cubicBezTo>
                <a:cubicBezTo>
                  <a:pt x="65" y="134"/>
                  <a:pt x="58" y="133"/>
                  <a:pt x="51" y="130"/>
                </a:cubicBezTo>
                <a:cubicBezTo>
                  <a:pt x="51" y="130"/>
                  <a:pt x="51" y="130"/>
                  <a:pt x="51" y="130"/>
                </a:cubicBezTo>
                <a:cubicBezTo>
                  <a:pt x="43" y="127"/>
                  <a:pt x="37" y="122"/>
                  <a:pt x="31" y="117"/>
                </a:cubicBezTo>
                <a:cubicBezTo>
                  <a:pt x="31" y="117"/>
                  <a:pt x="31" y="117"/>
                  <a:pt x="31" y="117"/>
                </a:cubicBezTo>
                <a:cubicBezTo>
                  <a:pt x="31" y="117"/>
                  <a:pt x="31" y="117"/>
                  <a:pt x="31" y="117"/>
                </a:cubicBezTo>
                <a:cubicBezTo>
                  <a:pt x="26" y="111"/>
                  <a:pt x="21" y="104"/>
                  <a:pt x="18" y="97"/>
                </a:cubicBezTo>
                <a:cubicBezTo>
                  <a:pt x="18" y="97"/>
                  <a:pt x="18" y="97"/>
                  <a:pt x="18" y="97"/>
                </a:cubicBezTo>
                <a:cubicBezTo>
                  <a:pt x="15" y="90"/>
                  <a:pt x="13" y="82"/>
                  <a:pt x="13" y="74"/>
                </a:cubicBezTo>
                <a:cubicBezTo>
                  <a:pt x="13" y="66"/>
                  <a:pt x="15" y="58"/>
                  <a:pt x="18" y="51"/>
                </a:cubicBezTo>
                <a:cubicBezTo>
                  <a:pt x="21" y="44"/>
                  <a:pt x="26" y="37"/>
                  <a:pt x="31" y="31"/>
                </a:cubicBezTo>
                <a:cubicBezTo>
                  <a:pt x="42" y="21"/>
                  <a:pt x="57" y="14"/>
                  <a:pt x="74" y="14"/>
                </a:cubicBezTo>
                <a:cubicBezTo>
                  <a:pt x="82" y="14"/>
                  <a:pt x="90" y="15"/>
                  <a:pt x="97" y="18"/>
                </a:cubicBezTo>
                <a:cubicBezTo>
                  <a:pt x="104" y="21"/>
                  <a:pt x="111" y="26"/>
                  <a:pt x="116" y="31"/>
                </a:cubicBezTo>
                <a:cubicBezTo>
                  <a:pt x="117" y="32"/>
                  <a:pt x="117" y="32"/>
                  <a:pt x="117" y="32"/>
                </a:cubicBezTo>
                <a:cubicBezTo>
                  <a:pt x="122" y="37"/>
                  <a:pt x="126" y="44"/>
                  <a:pt x="129" y="51"/>
                </a:cubicBezTo>
                <a:cubicBezTo>
                  <a:pt x="129" y="51"/>
                  <a:pt x="129" y="51"/>
                  <a:pt x="129" y="51"/>
                </a:cubicBezTo>
                <a:cubicBezTo>
                  <a:pt x="132" y="58"/>
                  <a:pt x="134" y="66"/>
                  <a:pt x="134" y="74"/>
                </a:cubicBezTo>
                <a:cubicBezTo>
                  <a:pt x="134" y="82"/>
                  <a:pt x="132" y="90"/>
                  <a:pt x="129" y="97"/>
                </a:cubicBezTo>
                <a:cubicBezTo>
                  <a:pt x="126" y="104"/>
                  <a:pt x="122" y="111"/>
                  <a:pt x="116" y="117"/>
                </a:cubicBezTo>
                <a:close/>
                <a:moveTo>
                  <a:pt x="117" y="70"/>
                </a:moveTo>
                <a:cubicBezTo>
                  <a:pt x="117" y="70"/>
                  <a:pt x="117" y="70"/>
                  <a:pt x="117" y="70"/>
                </a:cubicBezTo>
                <a:cubicBezTo>
                  <a:pt x="115" y="70"/>
                  <a:pt x="113" y="72"/>
                  <a:pt x="113" y="74"/>
                </a:cubicBezTo>
                <a:cubicBezTo>
                  <a:pt x="113" y="79"/>
                  <a:pt x="112" y="84"/>
                  <a:pt x="110" y="89"/>
                </a:cubicBezTo>
                <a:cubicBezTo>
                  <a:pt x="110" y="89"/>
                  <a:pt x="110" y="89"/>
                  <a:pt x="110" y="89"/>
                </a:cubicBezTo>
                <a:cubicBezTo>
                  <a:pt x="108" y="94"/>
                  <a:pt x="105" y="98"/>
                  <a:pt x="102" y="102"/>
                </a:cubicBezTo>
                <a:cubicBezTo>
                  <a:pt x="98" y="106"/>
                  <a:pt x="94" y="109"/>
                  <a:pt x="89" y="111"/>
                </a:cubicBezTo>
                <a:cubicBezTo>
                  <a:pt x="84" y="113"/>
                  <a:pt x="79" y="114"/>
                  <a:pt x="74" y="114"/>
                </a:cubicBezTo>
                <a:cubicBezTo>
                  <a:pt x="71" y="114"/>
                  <a:pt x="70" y="115"/>
                  <a:pt x="70" y="118"/>
                </a:cubicBezTo>
                <a:cubicBezTo>
                  <a:pt x="70" y="120"/>
                  <a:pt x="71" y="122"/>
                  <a:pt x="74" y="122"/>
                </a:cubicBezTo>
                <a:cubicBezTo>
                  <a:pt x="80" y="122"/>
                  <a:pt x="86" y="120"/>
                  <a:pt x="92" y="118"/>
                </a:cubicBezTo>
                <a:cubicBezTo>
                  <a:pt x="98" y="116"/>
                  <a:pt x="103" y="112"/>
                  <a:pt x="107" y="108"/>
                </a:cubicBezTo>
                <a:cubicBezTo>
                  <a:pt x="112" y="103"/>
                  <a:pt x="115" y="98"/>
                  <a:pt x="118" y="92"/>
                </a:cubicBezTo>
                <a:cubicBezTo>
                  <a:pt x="118" y="92"/>
                  <a:pt x="118" y="92"/>
                  <a:pt x="118" y="92"/>
                </a:cubicBezTo>
                <a:cubicBezTo>
                  <a:pt x="120" y="86"/>
                  <a:pt x="121" y="80"/>
                  <a:pt x="121" y="74"/>
                </a:cubicBezTo>
                <a:cubicBezTo>
                  <a:pt x="121" y="72"/>
                  <a:pt x="120" y="70"/>
                  <a:pt x="117" y="7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1" name="Freeform 11"/>
          <p:cNvSpPr>
            <a:spLocks noEditPoints="1"/>
          </p:cNvSpPr>
          <p:nvPr/>
        </p:nvSpPr>
        <p:spPr bwMode="auto">
          <a:xfrm>
            <a:off x="6084764" y="2046842"/>
            <a:ext cx="246418" cy="313076"/>
          </a:xfrm>
          <a:custGeom>
            <a:avLst/>
            <a:gdLst>
              <a:gd name="T0" fmla="*/ 104 w 139"/>
              <a:gd name="T1" fmla="*/ 99 h 177"/>
              <a:gd name="T2" fmla="*/ 91 w 139"/>
              <a:gd name="T3" fmla="*/ 160 h 177"/>
              <a:gd name="T4" fmla="*/ 133 w 139"/>
              <a:gd name="T5" fmla="*/ 164 h 177"/>
              <a:gd name="T6" fmla="*/ 133 w 139"/>
              <a:gd name="T7" fmla="*/ 177 h 177"/>
              <a:gd name="T8" fmla="*/ 0 w 139"/>
              <a:gd name="T9" fmla="*/ 170 h 177"/>
              <a:gd name="T10" fmla="*/ 51 w 139"/>
              <a:gd name="T11" fmla="*/ 164 h 177"/>
              <a:gd name="T12" fmla="*/ 81 w 139"/>
              <a:gd name="T13" fmla="*/ 151 h 177"/>
              <a:gd name="T14" fmla="*/ 10 w 139"/>
              <a:gd name="T15" fmla="*/ 147 h 177"/>
              <a:gd name="T16" fmla="*/ 10 w 139"/>
              <a:gd name="T17" fmla="*/ 139 h 177"/>
              <a:gd name="T18" fmla="*/ 94 w 139"/>
              <a:gd name="T19" fmla="*/ 120 h 177"/>
              <a:gd name="T20" fmla="*/ 84 w 139"/>
              <a:gd name="T21" fmla="*/ 92 h 177"/>
              <a:gd name="T22" fmla="*/ 69 w 139"/>
              <a:gd name="T23" fmla="*/ 94 h 177"/>
              <a:gd name="T24" fmla="*/ 53 w 139"/>
              <a:gd name="T25" fmla="*/ 113 h 177"/>
              <a:gd name="T26" fmla="*/ 46 w 139"/>
              <a:gd name="T27" fmla="*/ 117 h 177"/>
              <a:gd name="T28" fmla="*/ 24 w 139"/>
              <a:gd name="T29" fmla="*/ 109 h 177"/>
              <a:gd name="T30" fmla="*/ 26 w 139"/>
              <a:gd name="T31" fmla="*/ 97 h 177"/>
              <a:gd name="T32" fmla="*/ 21 w 139"/>
              <a:gd name="T33" fmla="*/ 89 h 177"/>
              <a:gd name="T34" fmla="*/ 63 w 139"/>
              <a:gd name="T35" fmla="*/ 24 h 177"/>
              <a:gd name="T36" fmla="*/ 67 w 139"/>
              <a:gd name="T37" fmla="*/ 26 h 177"/>
              <a:gd name="T38" fmla="*/ 69 w 139"/>
              <a:gd name="T39" fmla="*/ 14 h 177"/>
              <a:gd name="T40" fmla="*/ 76 w 139"/>
              <a:gd name="T41" fmla="*/ 2 h 177"/>
              <a:gd name="T42" fmla="*/ 109 w 139"/>
              <a:gd name="T43" fmla="*/ 29 h 177"/>
              <a:gd name="T44" fmla="*/ 96 w 139"/>
              <a:gd name="T45" fmla="*/ 30 h 177"/>
              <a:gd name="T46" fmla="*/ 94 w 139"/>
              <a:gd name="T47" fmla="*/ 42 h 177"/>
              <a:gd name="T48" fmla="*/ 87 w 139"/>
              <a:gd name="T49" fmla="*/ 63 h 177"/>
              <a:gd name="T50" fmla="*/ 92 w 139"/>
              <a:gd name="T51" fmla="*/ 81 h 177"/>
              <a:gd name="T52" fmla="*/ 89 w 139"/>
              <a:gd name="T53" fmla="*/ 26 h 177"/>
              <a:gd name="T54" fmla="*/ 74 w 139"/>
              <a:gd name="T55" fmla="*/ 30 h 177"/>
              <a:gd name="T56" fmla="*/ 89 w 139"/>
              <a:gd name="T57" fmla="*/ 26 h 177"/>
              <a:gd name="T58" fmla="*/ 80 w 139"/>
              <a:gd name="T59" fmla="*/ 59 h 177"/>
              <a:gd name="T60" fmla="*/ 62 w 139"/>
              <a:gd name="T61" fmla="*/ 33 h 177"/>
              <a:gd name="T62" fmla="*/ 54 w 139"/>
              <a:gd name="T63" fmla="*/ 104 h 177"/>
              <a:gd name="T64" fmla="*/ 56 w 139"/>
              <a:gd name="T65" fmla="*/ 76 h 177"/>
              <a:gd name="T66" fmla="*/ 62 w 139"/>
              <a:gd name="T67" fmla="*/ 63 h 177"/>
              <a:gd name="T68" fmla="*/ 82 w 139"/>
              <a:gd name="T69" fmla="*/ 69 h 177"/>
              <a:gd name="T70" fmla="*/ 67 w 139"/>
              <a:gd name="T71" fmla="*/ 69 h 177"/>
              <a:gd name="T72" fmla="*/ 67 w 139"/>
              <a:gd name="T73" fmla="*/ 69 h 177"/>
              <a:gd name="T74" fmla="*/ 75 w 139"/>
              <a:gd name="T75" fmla="*/ 86 h 177"/>
              <a:gd name="T76" fmla="*/ 82 w 139"/>
              <a:gd name="T77" fmla="*/ 83 h 177"/>
              <a:gd name="T78" fmla="*/ 82 w 139"/>
              <a:gd name="T79" fmla="*/ 69 h 177"/>
              <a:gd name="T80" fmla="*/ 33 w 139"/>
              <a:gd name="T81" fmla="*/ 101 h 177"/>
              <a:gd name="T82" fmla="*/ 31 w 139"/>
              <a:gd name="T83" fmla="*/ 104 h 177"/>
              <a:gd name="T84" fmla="*/ 42 w 139"/>
              <a:gd name="T85" fmla="*/ 106 h 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39" h="177">
                <a:moveTo>
                  <a:pt x="92" y="81"/>
                </a:moveTo>
                <a:cubicBezTo>
                  <a:pt x="97" y="87"/>
                  <a:pt x="101" y="92"/>
                  <a:pt x="104" y="99"/>
                </a:cubicBezTo>
                <a:cubicBezTo>
                  <a:pt x="106" y="106"/>
                  <a:pt x="108" y="113"/>
                  <a:pt x="108" y="120"/>
                </a:cubicBezTo>
                <a:cubicBezTo>
                  <a:pt x="108" y="136"/>
                  <a:pt x="101" y="150"/>
                  <a:pt x="91" y="160"/>
                </a:cubicBezTo>
                <a:cubicBezTo>
                  <a:pt x="90" y="162"/>
                  <a:pt x="89" y="163"/>
                  <a:pt x="88" y="164"/>
                </a:cubicBezTo>
                <a:cubicBezTo>
                  <a:pt x="133" y="164"/>
                  <a:pt x="133" y="164"/>
                  <a:pt x="133" y="164"/>
                </a:cubicBezTo>
                <a:cubicBezTo>
                  <a:pt x="136" y="164"/>
                  <a:pt x="139" y="167"/>
                  <a:pt x="139" y="170"/>
                </a:cubicBezTo>
                <a:cubicBezTo>
                  <a:pt x="139" y="174"/>
                  <a:pt x="136" y="177"/>
                  <a:pt x="133" y="177"/>
                </a:cubicBezTo>
                <a:cubicBezTo>
                  <a:pt x="91" y="177"/>
                  <a:pt x="49" y="177"/>
                  <a:pt x="7" y="177"/>
                </a:cubicBezTo>
                <a:cubicBezTo>
                  <a:pt x="3" y="177"/>
                  <a:pt x="0" y="174"/>
                  <a:pt x="0" y="170"/>
                </a:cubicBezTo>
                <a:cubicBezTo>
                  <a:pt x="0" y="167"/>
                  <a:pt x="3" y="164"/>
                  <a:pt x="7" y="164"/>
                </a:cubicBezTo>
                <a:cubicBezTo>
                  <a:pt x="51" y="164"/>
                  <a:pt x="51" y="164"/>
                  <a:pt x="51" y="164"/>
                </a:cubicBezTo>
                <a:cubicBezTo>
                  <a:pt x="51" y="164"/>
                  <a:pt x="51" y="164"/>
                  <a:pt x="51" y="164"/>
                </a:cubicBezTo>
                <a:cubicBezTo>
                  <a:pt x="63" y="164"/>
                  <a:pt x="74" y="159"/>
                  <a:pt x="81" y="151"/>
                </a:cubicBezTo>
                <a:cubicBezTo>
                  <a:pt x="83" y="150"/>
                  <a:pt x="84" y="148"/>
                  <a:pt x="85" y="147"/>
                </a:cubicBezTo>
                <a:cubicBezTo>
                  <a:pt x="10" y="147"/>
                  <a:pt x="10" y="147"/>
                  <a:pt x="10" y="147"/>
                </a:cubicBezTo>
                <a:cubicBezTo>
                  <a:pt x="8" y="147"/>
                  <a:pt x="6" y="145"/>
                  <a:pt x="6" y="143"/>
                </a:cubicBezTo>
                <a:cubicBezTo>
                  <a:pt x="6" y="141"/>
                  <a:pt x="8" y="139"/>
                  <a:pt x="10" y="139"/>
                </a:cubicBezTo>
                <a:cubicBezTo>
                  <a:pt x="90" y="139"/>
                  <a:pt x="90" y="139"/>
                  <a:pt x="90" y="139"/>
                </a:cubicBezTo>
                <a:cubicBezTo>
                  <a:pt x="93" y="133"/>
                  <a:pt x="94" y="127"/>
                  <a:pt x="94" y="120"/>
                </a:cubicBezTo>
                <a:cubicBezTo>
                  <a:pt x="94" y="114"/>
                  <a:pt x="93" y="109"/>
                  <a:pt x="91" y="104"/>
                </a:cubicBezTo>
                <a:cubicBezTo>
                  <a:pt x="89" y="100"/>
                  <a:pt x="87" y="96"/>
                  <a:pt x="84" y="92"/>
                </a:cubicBezTo>
                <a:cubicBezTo>
                  <a:pt x="81" y="94"/>
                  <a:pt x="78" y="94"/>
                  <a:pt x="75" y="94"/>
                </a:cubicBezTo>
                <a:cubicBezTo>
                  <a:pt x="73" y="94"/>
                  <a:pt x="71" y="94"/>
                  <a:pt x="69" y="94"/>
                </a:cubicBezTo>
                <a:cubicBezTo>
                  <a:pt x="59" y="111"/>
                  <a:pt x="59" y="111"/>
                  <a:pt x="59" y="111"/>
                </a:cubicBezTo>
                <a:cubicBezTo>
                  <a:pt x="58" y="113"/>
                  <a:pt x="55" y="114"/>
                  <a:pt x="53" y="113"/>
                </a:cubicBezTo>
                <a:cubicBezTo>
                  <a:pt x="50" y="111"/>
                  <a:pt x="50" y="111"/>
                  <a:pt x="50" y="111"/>
                </a:cubicBezTo>
                <a:cubicBezTo>
                  <a:pt x="46" y="117"/>
                  <a:pt x="46" y="117"/>
                  <a:pt x="46" y="117"/>
                </a:cubicBezTo>
                <a:cubicBezTo>
                  <a:pt x="45" y="119"/>
                  <a:pt x="42" y="119"/>
                  <a:pt x="40" y="118"/>
                </a:cubicBezTo>
                <a:cubicBezTo>
                  <a:pt x="24" y="109"/>
                  <a:pt x="24" y="109"/>
                  <a:pt x="24" y="109"/>
                </a:cubicBezTo>
                <a:cubicBezTo>
                  <a:pt x="22" y="108"/>
                  <a:pt x="21" y="105"/>
                  <a:pt x="22" y="103"/>
                </a:cubicBezTo>
                <a:cubicBezTo>
                  <a:pt x="26" y="97"/>
                  <a:pt x="26" y="97"/>
                  <a:pt x="26" y="97"/>
                </a:cubicBezTo>
                <a:cubicBezTo>
                  <a:pt x="22" y="95"/>
                  <a:pt x="22" y="95"/>
                  <a:pt x="22" y="95"/>
                </a:cubicBezTo>
                <a:cubicBezTo>
                  <a:pt x="20" y="94"/>
                  <a:pt x="20" y="91"/>
                  <a:pt x="21" y="89"/>
                </a:cubicBezTo>
                <a:cubicBezTo>
                  <a:pt x="57" y="26"/>
                  <a:pt x="57" y="26"/>
                  <a:pt x="57" y="26"/>
                </a:cubicBezTo>
                <a:cubicBezTo>
                  <a:pt x="58" y="24"/>
                  <a:pt x="61" y="23"/>
                  <a:pt x="63" y="24"/>
                </a:cubicBezTo>
                <a:cubicBezTo>
                  <a:pt x="63" y="24"/>
                  <a:pt x="63" y="24"/>
                  <a:pt x="63" y="24"/>
                </a:cubicBezTo>
                <a:cubicBezTo>
                  <a:pt x="67" y="26"/>
                  <a:pt x="67" y="26"/>
                  <a:pt x="67" y="26"/>
                </a:cubicBezTo>
                <a:cubicBezTo>
                  <a:pt x="73" y="16"/>
                  <a:pt x="73" y="16"/>
                  <a:pt x="73" y="16"/>
                </a:cubicBezTo>
                <a:cubicBezTo>
                  <a:pt x="69" y="14"/>
                  <a:pt x="69" y="14"/>
                  <a:pt x="69" y="14"/>
                </a:cubicBezTo>
                <a:cubicBezTo>
                  <a:pt x="66" y="12"/>
                  <a:pt x="65" y="8"/>
                  <a:pt x="66" y="5"/>
                </a:cubicBezTo>
                <a:cubicBezTo>
                  <a:pt x="68" y="1"/>
                  <a:pt x="72" y="0"/>
                  <a:pt x="76" y="2"/>
                </a:cubicBezTo>
                <a:cubicBezTo>
                  <a:pt x="86" y="8"/>
                  <a:pt x="96" y="14"/>
                  <a:pt x="107" y="20"/>
                </a:cubicBezTo>
                <a:cubicBezTo>
                  <a:pt x="110" y="22"/>
                  <a:pt x="111" y="26"/>
                  <a:pt x="109" y="29"/>
                </a:cubicBezTo>
                <a:cubicBezTo>
                  <a:pt x="107" y="33"/>
                  <a:pt x="103" y="34"/>
                  <a:pt x="100" y="32"/>
                </a:cubicBezTo>
                <a:cubicBezTo>
                  <a:pt x="96" y="30"/>
                  <a:pt x="96" y="30"/>
                  <a:pt x="96" y="30"/>
                </a:cubicBezTo>
                <a:cubicBezTo>
                  <a:pt x="90" y="40"/>
                  <a:pt x="90" y="40"/>
                  <a:pt x="90" y="40"/>
                </a:cubicBezTo>
                <a:cubicBezTo>
                  <a:pt x="94" y="42"/>
                  <a:pt x="94" y="42"/>
                  <a:pt x="94" y="42"/>
                </a:cubicBezTo>
                <a:cubicBezTo>
                  <a:pt x="96" y="43"/>
                  <a:pt x="97" y="46"/>
                  <a:pt x="96" y="48"/>
                </a:cubicBezTo>
                <a:cubicBezTo>
                  <a:pt x="87" y="63"/>
                  <a:pt x="87" y="63"/>
                  <a:pt x="87" y="63"/>
                </a:cubicBezTo>
                <a:cubicBezTo>
                  <a:pt x="91" y="66"/>
                  <a:pt x="93" y="71"/>
                  <a:pt x="93" y="76"/>
                </a:cubicBezTo>
                <a:cubicBezTo>
                  <a:pt x="93" y="78"/>
                  <a:pt x="93" y="80"/>
                  <a:pt x="92" y="81"/>
                </a:cubicBezTo>
                <a:close/>
                <a:moveTo>
                  <a:pt x="89" y="26"/>
                </a:moveTo>
                <a:cubicBezTo>
                  <a:pt x="89" y="26"/>
                  <a:pt x="89" y="26"/>
                  <a:pt x="89" y="26"/>
                </a:cubicBezTo>
                <a:cubicBezTo>
                  <a:pt x="86" y="24"/>
                  <a:pt x="83" y="22"/>
                  <a:pt x="80" y="20"/>
                </a:cubicBezTo>
                <a:cubicBezTo>
                  <a:pt x="74" y="30"/>
                  <a:pt x="74" y="30"/>
                  <a:pt x="74" y="30"/>
                </a:cubicBezTo>
                <a:cubicBezTo>
                  <a:pt x="83" y="36"/>
                  <a:pt x="83" y="36"/>
                  <a:pt x="83" y="36"/>
                </a:cubicBezTo>
                <a:cubicBezTo>
                  <a:pt x="89" y="26"/>
                  <a:pt x="89" y="26"/>
                  <a:pt x="89" y="26"/>
                </a:cubicBezTo>
                <a:close/>
                <a:moveTo>
                  <a:pt x="80" y="59"/>
                </a:moveTo>
                <a:cubicBezTo>
                  <a:pt x="80" y="59"/>
                  <a:pt x="80" y="59"/>
                  <a:pt x="80" y="59"/>
                </a:cubicBezTo>
                <a:cubicBezTo>
                  <a:pt x="87" y="47"/>
                  <a:pt x="87" y="47"/>
                  <a:pt x="87" y="47"/>
                </a:cubicBezTo>
                <a:cubicBezTo>
                  <a:pt x="78" y="43"/>
                  <a:pt x="70" y="38"/>
                  <a:pt x="62" y="33"/>
                </a:cubicBezTo>
                <a:cubicBezTo>
                  <a:pt x="30" y="90"/>
                  <a:pt x="30" y="90"/>
                  <a:pt x="30" y="90"/>
                </a:cubicBezTo>
                <a:cubicBezTo>
                  <a:pt x="38" y="94"/>
                  <a:pt x="46" y="99"/>
                  <a:pt x="54" y="104"/>
                </a:cubicBezTo>
                <a:cubicBezTo>
                  <a:pt x="62" y="90"/>
                  <a:pt x="62" y="90"/>
                  <a:pt x="62" y="90"/>
                </a:cubicBezTo>
                <a:cubicBezTo>
                  <a:pt x="58" y="86"/>
                  <a:pt x="56" y="81"/>
                  <a:pt x="56" y="76"/>
                </a:cubicBezTo>
                <a:cubicBezTo>
                  <a:pt x="56" y="71"/>
                  <a:pt x="58" y="66"/>
                  <a:pt x="62" y="63"/>
                </a:cubicBezTo>
                <a:cubicBezTo>
                  <a:pt x="62" y="63"/>
                  <a:pt x="62" y="63"/>
                  <a:pt x="62" y="63"/>
                </a:cubicBezTo>
                <a:cubicBezTo>
                  <a:pt x="67" y="58"/>
                  <a:pt x="73" y="57"/>
                  <a:pt x="80" y="59"/>
                </a:cubicBezTo>
                <a:close/>
                <a:moveTo>
                  <a:pt x="82" y="69"/>
                </a:moveTo>
                <a:cubicBezTo>
                  <a:pt x="82" y="69"/>
                  <a:pt x="82" y="69"/>
                  <a:pt x="82" y="69"/>
                </a:cubicBezTo>
                <a:cubicBezTo>
                  <a:pt x="78" y="65"/>
                  <a:pt x="71" y="65"/>
                  <a:pt x="67" y="69"/>
                </a:cubicBezTo>
                <a:cubicBezTo>
                  <a:pt x="67" y="69"/>
                  <a:pt x="67" y="69"/>
                  <a:pt x="67" y="69"/>
                </a:cubicBezTo>
                <a:cubicBezTo>
                  <a:pt x="67" y="69"/>
                  <a:pt x="67" y="69"/>
                  <a:pt x="67" y="69"/>
                </a:cubicBezTo>
                <a:cubicBezTo>
                  <a:pt x="65" y="71"/>
                  <a:pt x="64" y="73"/>
                  <a:pt x="64" y="76"/>
                </a:cubicBezTo>
                <a:cubicBezTo>
                  <a:pt x="64" y="82"/>
                  <a:pt x="69" y="86"/>
                  <a:pt x="75" y="86"/>
                </a:cubicBezTo>
                <a:cubicBezTo>
                  <a:pt x="77" y="86"/>
                  <a:pt x="80" y="85"/>
                  <a:pt x="82" y="83"/>
                </a:cubicBezTo>
                <a:cubicBezTo>
                  <a:pt x="82" y="83"/>
                  <a:pt x="82" y="83"/>
                  <a:pt x="82" y="83"/>
                </a:cubicBezTo>
                <a:cubicBezTo>
                  <a:pt x="84" y="81"/>
                  <a:pt x="85" y="79"/>
                  <a:pt x="85" y="76"/>
                </a:cubicBezTo>
                <a:cubicBezTo>
                  <a:pt x="85" y="73"/>
                  <a:pt x="84" y="71"/>
                  <a:pt x="82" y="69"/>
                </a:cubicBezTo>
                <a:cubicBezTo>
                  <a:pt x="82" y="69"/>
                  <a:pt x="82" y="69"/>
                  <a:pt x="82" y="69"/>
                </a:cubicBezTo>
                <a:close/>
                <a:moveTo>
                  <a:pt x="33" y="101"/>
                </a:moveTo>
                <a:cubicBezTo>
                  <a:pt x="33" y="101"/>
                  <a:pt x="33" y="101"/>
                  <a:pt x="33" y="101"/>
                </a:cubicBezTo>
                <a:cubicBezTo>
                  <a:pt x="31" y="104"/>
                  <a:pt x="31" y="104"/>
                  <a:pt x="31" y="104"/>
                </a:cubicBezTo>
                <a:cubicBezTo>
                  <a:pt x="41" y="109"/>
                  <a:pt x="41" y="109"/>
                  <a:pt x="41" y="109"/>
                </a:cubicBezTo>
                <a:cubicBezTo>
                  <a:pt x="42" y="106"/>
                  <a:pt x="42" y="106"/>
                  <a:pt x="42" y="106"/>
                </a:cubicBezTo>
                <a:cubicBezTo>
                  <a:pt x="33" y="101"/>
                  <a:pt x="33" y="101"/>
                  <a:pt x="33" y="101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2" name="Freeform 12"/>
          <p:cNvSpPr>
            <a:spLocks noEditPoints="1"/>
          </p:cNvSpPr>
          <p:nvPr/>
        </p:nvSpPr>
        <p:spPr bwMode="auto">
          <a:xfrm>
            <a:off x="4464895" y="2050257"/>
            <a:ext cx="214210" cy="307834"/>
          </a:xfrm>
          <a:custGeom>
            <a:avLst/>
            <a:gdLst>
              <a:gd name="T0" fmla="*/ 3 w 121"/>
              <a:gd name="T1" fmla="*/ 119 h 174"/>
              <a:gd name="T2" fmla="*/ 23 w 121"/>
              <a:gd name="T3" fmla="*/ 115 h 174"/>
              <a:gd name="T4" fmla="*/ 38 w 121"/>
              <a:gd name="T5" fmla="*/ 74 h 174"/>
              <a:gd name="T6" fmla="*/ 38 w 121"/>
              <a:gd name="T7" fmla="*/ 74 h 174"/>
              <a:gd name="T8" fmla="*/ 38 w 121"/>
              <a:gd name="T9" fmla="*/ 29 h 174"/>
              <a:gd name="T10" fmla="*/ 54 w 121"/>
              <a:gd name="T11" fmla="*/ 21 h 174"/>
              <a:gd name="T12" fmla="*/ 60 w 121"/>
              <a:gd name="T13" fmla="*/ 0 h 174"/>
              <a:gd name="T14" fmla="*/ 67 w 121"/>
              <a:gd name="T15" fmla="*/ 21 h 174"/>
              <a:gd name="T16" fmla="*/ 92 w 121"/>
              <a:gd name="T17" fmla="*/ 51 h 174"/>
              <a:gd name="T18" fmla="*/ 82 w 121"/>
              <a:gd name="T19" fmla="*/ 74 h 174"/>
              <a:gd name="T20" fmla="*/ 98 w 121"/>
              <a:gd name="T21" fmla="*/ 115 h 174"/>
              <a:gd name="T22" fmla="*/ 117 w 121"/>
              <a:gd name="T23" fmla="*/ 119 h 174"/>
              <a:gd name="T24" fmla="*/ 102 w 121"/>
              <a:gd name="T25" fmla="*/ 124 h 174"/>
              <a:gd name="T26" fmla="*/ 116 w 121"/>
              <a:gd name="T27" fmla="*/ 159 h 174"/>
              <a:gd name="T28" fmla="*/ 120 w 121"/>
              <a:gd name="T29" fmla="*/ 168 h 174"/>
              <a:gd name="T30" fmla="*/ 113 w 121"/>
              <a:gd name="T31" fmla="*/ 171 h 174"/>
              <a:gd name="T32" fmla="*/ 108 w 121"/>
              <a:gd name="T33" fmla="*/ 162 h 174"/>
              <a:gd name="T34" fmla="*/ 87 w 121"/>
              <a:gd name="T35" fmla="*/ 124 h 174"/>
              <a:gd name="T36" fmla="*/ 67 w 121"/>
              <a:gd name="T37" fmla="*/ 129 h 174"/>
              <a:gd name="T38" fmla="*/ 54 w 121"/>
              <a:gd name="T39" fmla="*/ 129 h 174"/>
              <a:gd name="T40" fmla="*/ 34 w 121"/>
              <a:gd name="T41" fmla="*/ 124 h 174"/>
              <a:gd name="T42" fmla="*/ 13 w 121"/>
              <a:gd name="T43" fmla="*/ 162 h 174"/>
              <a:gd name="T44" fmla="*/ 8 w 121"/>
              <a:gd name="T45" fmla="*/ 171 h 174"/>
              <a:gd name="T46" fmla="*/ 1 w 121"/>
              <a:gd name="T47" fmla="*/ 168 h 174"/>
              <a:gd name="T48" fmla="*/ 5 w 121"/>
              <a:gd name="T49" fmla="*/ 159 h 174"/>
              <a:gd name="T50" fmla="*/ 19 w 121"/>
              <a:gd name="T51" fmla="*/ 124 h 174"/>
              <a:gd name="T52" fmla="*/ 54 w 121"/>
              <a:gd name="T53" fmla="*/ 115 h 174"/>
              <a:gd name="T54" fmla="*/ 54 w 121"/>
              <a:gd name="T55" fmla="*/ 110 h 174"/>
              <a:gd name="T56" fmla="*/ 67 w 121"/>
              <a:gd name="T57" fmla="*/ 110 h 174"/>
              <a:gd name="T58" fmla="*/ 83 w 121"/>
              <a:gd name="T59" fmla="*/ 115 h 174"/>
              <a:gd name="T60" fmla="*/ 54 w 121"/>
              <a:gd name="T61" fmla="*/ 82 h 174"/>
              <a:gd name="T62" fmla="*/ 54 w 121"/>
              <a:gd name="T63" fmla="*/ 115 h 174"/>
              <a:gd name="T64" fmla="*/ 73 w 121"/>
              <a:gd name="T65" fmla="*/ 39 h 174"/>
              <a:gd name="T66" fmla="*/ 48 w 121"/>
              <a:gd name="T67" fmla="*/ 39 h 174"/>
              <a:gd name="T68" fmla="*/ 48 w 121"/>
              <a:gd name="T69" fmla="*/ 64 h 174"/>
              <a:gd name="T70" fmla="*/ 68 w 121"/>
              <a:gd name="T71" fmla="*/ 68 h 174"/>
              <a:gd name="T72" fmla="*/ 73 w 121"/>
              <a:gd name="T73" fmla="*/ 64 h 174"/>
              <a:gd name="T74" fmla="*/ 73 w 121"/>
              <a:gd name="T75" fmla="*/ 39 h 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21" h="174">
                <a:moveTo>
                  <a:pt x="8" y="124"/>
                </a:moveTo>
                <a:cubicBezTo>
                  <a:pt x="5" y="124"/>
                  <a:pt x="3" y="122"/>
                  <a:pt x="3" y="119"/>
                </a:cubicBezTo>
                <a:cubicBezTo>
                  <a:pt x="3" y="117"/>
                  <a:pt x="5" y="115"/>
                  <a:pt x="8" y="115"/>
                </a:cubicBezTo>
                <a:cubicBezTo>
                  <a:pt x="23" y="115"/>
                  <a:pt x="23" y="115"/>
                  <a:pt x="23" y="115"/>
                </a:cubicBezTo>
                <a:cubicBezTo>
                  <a:pt x="42" y="77"/>
                  <a:pt x="42" y="77"/>
                  <a:pt x="42" y="77"/>
                </a:cubicBezTo>
                <a:cubicBezTo>
                  <a:pt x="41" y="76"/>
                  <a:pt x="40" y="75"/>
                  <a:pt x="38" y="74"/>
                </a:cubicBezTo>
                <a:cubicBezTo>
                  <a:pt x="38" y="74"/>
                  <a:pt x="38" y="74"/>
                  <a:pt x="38" y="74"/>
                </a:cubicBezTo>
                <a:cubicBezTo>
                  <a:pt x="38" y="74"/>
                  <a:pt x="38" y="74"/>
                  <a:pt x="38" y="74"/>
                </a:cubicBezTo>
                <a:cubicBezTo>
                  <a:pt x="33" y="68"/>
                  <a:pt x="29" y="60"/>
                  <a:pt x="29" y="51"/>
                </a:cubicBezTo>
                <a:cubicBezTo>
                  <a:pt x="29" y="43"/>
                  <a:pt x="33" y="35"/>
                  <a:pt x="38" y="29"/>
                </a:cubicBezTo>
                <a:cubicBezTo>
                  <a:pt x="39" y="29"/>
                  <a:pt x="39" y="29"/>
                  <a:pt x="39" y="29"/>
                </a:cubicBezTo>
                <a:cubicBezTo>
                  <a:pt x="43" y="25"/>
                  <a:pt x="48" y="22"/>
                  <a:pt x="54" y="21"/>
                </a:cubicBezTo>
                <a:cubicBezTo>
                  <a:pt x="54" y="7"/>
                  <a:pt x="54" y="7"/>
                  <a:pt x="54" y="7"/>
                </a:cubicBezTo>
                <a:cubicBezTo>
                  <a:pt x="54" y="3"/>
                  <a:pt x="57" y="0"/>
                  <a:pt x="60" y="0"/>
                </a:cubicBezTo>
                <a:cubicBezTo>
                  <a:pt x="64" y="0"/>
                  <a:pt x="67" y="3"/>
                  <a:pt x="67" y="7"/>
                </a:cubicBezTo>
                <a:cubicBezTo>
                  <a:pt x="67" y="21"/>
                  <a:pt x="67" y="21"/>
                  <a:pt x="67" y="21"/>
                </a:cubicBezTo>
                <a:cubicBezTo>
                  <a:pt x="73" y="22"/>
                  <a:pt x="78" y="25"/>
                  <a:pt x="82" y="29"/>
                </a:cubicBezTo>
                <a:cubicBezTo>
                  <a:pt x="88" y="35"/>
                  <a:pt x="92" y="43"/>
                  <a:pt x="92" y="51"/>
                </a:cubicBezTo>
                <a:cubicBezTo>
                  <a:pt x="92" y="60"/>
                  <a:pt x="88" y="68"/>
                  <a:pt x="82" y="74"/>
                </a:cubicBezTo>
                <a:cubicBezTo>
                  <a:pt x="82" y="74"/>
                  <a:pt x="82" y="74"/>
                  <a:pt x="82" y="74"/>
                </a:cubicBezTo>
                <a:cubicBezTo>
                  <a:pt x="81" y="75"/>
                  <a:pt x="80" y="76"/>
                  <a:pt x="79" y="77"/>
                </a:cubicBezTo>
                <a:cubicBezTo>
                  <a:pt x="98" y="115"/>
                  <a:pt x="98" y="115"/>
                  <a:pt x="98" y="115"/>
                </a:cubicBezTo>
                <a:cubicBezTo>
                  <a:pt x="113" y="115"/>
                  <a:pt x="113" y="115"/>
                  <a:pt x="113" y="115"/>
                </a:cubicBezTo>
                <a:cubicBezTo>
                  <a:pt x="116" y="115"/>
                  <a:pt x="117" y="117"/>
                  <a:pt x="117" y="119"/>
                </a:cubicBezTo>
                <a:cubicBezTo>
                  <a:pt x="117" y="122"/>
                  <a:pt x="116" y="124"/>
                  <a:pt x="113" y="124"/>
                </a:cubicBezTo>
                <a:cubicBezTo>
                  <a:pt x="102" y="124"/>
                  <a:pt x="102" y="124"/>
                  <a:pt x="102" y="124"/>
                </a:cubicBezTo>
                <a:cubicBezTo>
                  <a:pt x="116" y="153"/>
                  <a:pt x="116" y="153"/>
                  <a:pt x="116" y="153"/>
                </a:cubicBezTo>
                <a:cubicBezTo>
                  <a:pt x="117" y="155"/>
                  <a:pt x="117" y="157"/>
                  <a:pt x="116" y="159"/>
                </a:cubicBezTo>
                <a:cubicBezTo>
                  <a:pt x="117" y="162"/>
                  <a:pt x="117" y="162"/>
                  <a:pt x="117" y="162"/>
                </a:cubicBezTo>
                <a:cubicBezTo>
                  <a:pt x="120" y="168"/>
                  <a:pt x="120" y="168"/>
                  <a:pt x="120" y="168"/>
                </a:cubicBezTo>
                <a:cubicBezTo>
                  <a:pt x="121" y="170"/>
                  <a:pt x="120" y="172"/>
                  <a:pt x="118" y="173"/>
                </a:cubicBezTo>
                <a:cubicBezTo>
                  <a:pt x="116" y="174"/>
                  <a:pt x="114" y="173"/>
                  <a:pt x="113" y="171"/>
                </a:cubicBezTo>
                <a:cubicBezTo>
                  <a:pt x="110" y="165"/>
                  <a:pt x="110" y="165"/>
                  <a:pt x="110" y="165"/>
                </a:cubicBezTo>
                <a:cubicBezTo>
                  <a:pt x="108" y="162"/>
                  <a:pt x="108" y="162"/>
                  <a:pt x="108" y="162"/>
                </a:cubicBezTo>
                <a:cubicBezTo>
                  <a:pt x="106" y="162"/>
                  <a:pt x="104" y="160"/>
                  <a:pt x="103" y="158"/>
                </a:cubicBezTo>
                <a:cubicBezTo>
                  <a:pt x="87" y="124"/>
                  <a:pt x="87" y="124"/>
                  <a:pt x="87" y="124"/>
                </a:cubicBezTo>
                <a:cubicBezTo>
                  <a:pt x="67" y="124"/>
                  <a:pt x="67" y="124"/>
                  <a:pt x="67" y="124"/>
                </a:cubicBezTo>
                <a:cubicBezTo>
                  <a:pt x="67" y="129"/>
                  <a:pt x="67" y="129"/>
                  <a:pt x="67" y="129"/>
                </a:cubicBezTo>
                <a:cubicBezTo>
                  <a:pt x="67" y="132"/>
                  <a:pt x="64" y="136"/>
                  <a:pt x="60" y="136"/>
                </a:cubicBezTo>
                <a:cubicBezTo>
                  <a:pt x="57" y="136"/>
                  <a:pt x="54" y="132"/>
                  <a:pt x="54" y="129"/>
                </a:cubicBezTo>
                <a:cubicBezTo>
                  <a:pt x="54" y="124"/>
                  <a:pt x="54" y="124"/>
                  <a:pt x="54" y="124"/>
                </a:cubicBezTo>
                <a:cubicBezTo>
                  <a:pt x="34" y="124"/>
                  <a:pt x="34" y="124"/>
                  <a:pt x="34" y="124"/>
                </a:cubicBezTo>
                <a:cubicBezTo>
                  <a:pt x="17" y="158"/>
                  <a:pt x="17" y="158"/>
                  <a:pt x="17" y="158"/>
                </a:cubicBezTo>
                <a:cubicBezTo>
                  <a:pt x="16" y="160"/>
                  <a:pt x="15" y="162"/>
                  <a:pt x="13" y="162"/>
                </a:cubicBezTo>
                <a:cubicBezTo>
                  <a:pt x="11" y="165"/>
                  <a:pt x="11" y="165"/>
                  <a:pt x="11" y="165"/>
                </a:cubicBezTo>
                <a:cubicBezTo>
                  <a:pt x="8" y="171"/>
                  <a:pt x="8" y="171"/>
                  <a:pt x="8" y="171"/>
                </a:cubicBezTo>
                <a:cubicBezTo>
                  <a:pt x="7" y="173"/>
                  <a:pt x="5" y="174"/>
                  <a:pt x="3" y="173"/>
                </a:cubicBezTo>
                <a:cubicBezTo>
                  <a:pt x="1" y="172"/>
                  <a:pt x="0" y="170"/>
                  <a:pt x="1" y="168"/>
                </a:cubicBezTo>
                <a:cubicBezTo>
                  <a:pt x="4" y="162"/>
                  <a:pt x="4" y="162"/>
                  <a:pt x="4" y="162"/>
                </a:cubicBezTo>
                <a:cubicBezTo>
                  <a:pt x="5" y="159"/>
                  <a:pt x="5" y="159"/>
                  <a:pt x="5" y="159"/>
                </a:cubicBezTo>
                <a:cubicBezTo>
                  <a:pt x="4" y="157"/>
                  <a:pt x="4" y="155"/>
                  <a:pt x="5" y="153"/>
                </a:cubicBezTo>
                <a:cubicBezTo>
                  <a:pt x="19" y="124"/>
                  <a:pt x="19" y="124"/>
                  <a:pt x="19" y="124"/>
                </a:cubicBezTo>
                <a:cubicBezTo>
                  <a:pt x="8" y="124"/>
                  <a:pt x="8" y="124"/>
                  <a:pt x="8" y="124"/>
                </a:cubicBezTo>
                <a:close/>
                <a:moveTo>
                  <a:pt x="54" y="115"/>
                </a:moveTo>
                <a:cubicBezTo>
                  <a:pt x="54" y="115"/>
                  <a:pt x="54" y="115"/>
                  <a:pt x="54" y="115"/>
                </a:cubicBezTo>
                <a:cubicBezTo>
                  <a:pt x="54" y="110"/>
                  <a:pt x="54" y="110"/>
                  <a:pt x="54" y="110"/>
                </a:cubicBezTo>
                <a:cubicBezTo>
                  <a:pt x="54" y="107"/>
                  <a:pt x="57" y="103"/>
                  <a:pt x="60" y="103"/>
                </a:cubicBezTo>
                <a:cubicBezTo>
                  <a:pt x="64" y="103"/>
                  <a:pt x="67" y="107"/>
                  <a:pt x="67" y="110"/>
                </a:cubicBezTo>
                <a:cubicBezTo>
                  <a:pt x="67" y="115"/>
                  <a:pt x="67" y="115"/>
                  <a:pt x="67" y="115"/>
                </a:cubicBezTo>
                <a:cubicBezTo>
                  <a:pt x="83" y="115"/>
                  <a:pt x="83" y="115"/>
                  <a:pt x="83" y="115"/>
                </a:cubicBezTo>
                <a:cubicBezTo>
                  <a:pt x="67" y="82"/>
                  <a:pt x="67" y="82"/>
                  <a:pt x="67" y="82"/>
                </a:cubicBezTo>
                <a:cubicBezTo>
                  <a:pt x="63" y="83"/>
                  <a:pt x="58" y="83"/>
                  <a:pt x="54" y="82"/>
                </a:cubicBezTo>
                <a:cubicBezTo>
                  <a:pt x="38" y="115"/>
                  <a:pt x="38" y="115"/>
                  <a:pt x="38" y="115"/>
                </a:cubicBezTo>
                <a:cubicBezTo>
                  <a:pt x="54" y="115"/>
                  <a:pt x="54" y="115"/>
                  <a:pt x="54" y="115"/>
                </a:cubicBezTo>
                <a:close/>
                <a:moveTo>
                  <a:pt x="73" y="39"/>
                </a:moveTo>
                <a:cubicBezTo>
                  <a:pt x="73" y="39"/>
                  <a:pt x="73" y="39"/>
                  <a:pt x="73" y="39"/>
                </a:cubicBezTo>
                <a:cubicBezTo>
                  <a:pt x="66" y="32"/>
                  <a:pt x="55" y="32"/>
                  <a:pt x="48" y="39"/>
                </a:cubicBezTo>
                <a:cubicBezTo>
                  <a:pt x="48" y="39"/>
                  <a:pt x="48" y="39"/>
                  <a:pt x="48" y="39"/>
                </a:cubicBezTo>
                <a:cubicBezTo>
                  <a:pt x="45" y="42"/>
                  <a:pt x="43" y="47"/>
                  <a:pt x="43" y="51"/>
                </a:cubicBezTo>
                <a:cubicBezTo>
                  <a:pt x="43" y="56"/>
                  <a:pt x="45" y="61"/>
                  <a:pt x="48" y="64"/>
                </a:cubicBezTo>
                <a:cubicBezTo>
                  <a:pt x="53" y="69"/>
                  <a:pt x="61" y="71"/>
                  <a:pt x="67" y="68"/>
                </a:cubicBezTo>
                <a:cubicBezTo>
                  <a:pt x="68" y="68"/>
                  <a:pt x="68" y="68"/>
                  <a:pt x="68" y="68"/>
                </a:cubicBezTo>
                <a:cubicBezTo>
                  <a:pt x="69" y="67"/>
                  <a:pt x="71" y="66"/>
                  <a:pt x="73" y="64"/>
                </a:cubicBezTo>
                <a:cubicBezTo>
                  <a:pt x="73" y="64"/>
                  <a:pt x="73" y="64"/>
                  <a:pt x="73" y="64"/>
                </a:cubicBezTo>
                <a:cubicBezTo>
                  <a:pt x="76" y="61"/>
                  <a:pt x="78" y="56"/>
                  <a:pt x="78" y="51"/>
                </a:cubicBezTo>
                <a:cubicBezTo>
                  <a:pt x="78" y="47"/>
                  <a:pt x="76" y="42"/>
                  <a:pt x="73" y="39"/>
                </a:cubicBezTo>
                <a:cubicBezTo>
                  <a:pt x="73" y="39"/>
                  <a:pt x="73" y="39"/>
                  <a:pt x="73" y="39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3" name="Freeform 13"/>
          <p:cNvSpPr>
            <a:spLocks noEditPoints="1"/>
          </p:cNvSpPr>
          <p:nvPr/>
        </p:nvSpPr>
        <p:spPr bwMode="auto">
          <a:xfrm>
            <a:off x="1100223" y="2059245"/>
            <a:ext cx="349030" cy="289858"/>
          </a:xfrm>
          <a:custGeom>
            <a:avLst/>
            <a:gdLst>
              <a:gd name="T0" fmla="*/ 111 w 197"/>
              <a:gd name="T1" fmla="*/ 11 h 164"/>
              <a:gd name="T2" fmla="*/ 0 w 197"/>
              <a:gd name="T3" fmla="*/ 15 h 164"/>
              <a:gd name="T4" fmla="*/ 105 w 197"/>
              <a:gd name="T5" fmla="*/ 164 h 164"/>
              <a:gd name="T6" fmla="*/ 136 w 197"/>
              <a:gd name="T7" fmla="*/ 159 h 164"/>
              <a:gd name="T8" fmla="*/ 196 w 197"/>
              <a:gd name="T9" fmla="*/ 142 h 164"/>
              <a:gd name="T10" fmla="*/ 52 w 197"/>
              <a:gd name="T11" fmla="*/ 150 h 164"/>
              <a:gd name="T12" fmla="*/ 52 w 197"/>
              <a:gd name="T13" fmla="*/ 22 h 164"/>
              <a:gd name="T14" fmla="*/ 99 w 197"/>
              <a:gd name="T15" fmla="*/ 150 h 164"/>
              <a:gd name="T16" fmla="*/ 99 w 197"/>
              <a:gd name="T17" fmla="*/ 22 h 164"/>
              <a:gd name="T18" fmla="*/ 147 w 197"/>
              <a:gd name="T19" fmla="*/ 149 h 164"/>
              <a:gd name="T20" fmla="*/ 181 w 197"/>
              <a:gd name="T21" fmla="*/ 139 h 164"/>
              <a:gd name="T22" fmla="*/ 23 w 197"/>
              <a:gd name="T23" fmla="*/ 133 h 164"/>
              <a:gd name="T24" fmla="*/ 42 w 197"/>
              <a:gd name="T25" fmla="*/ 134 h 164"/>
              <a:gd name="T26" fmla="*/ 43 w 197"/>
              <a:gd name="T27" fmla="*/ 114 h 164"/>
              <a:gd name="T28" fmla="*/ 23 w 197"/>
              <a:gd name="T29" fmla="*/ 114 h 164"/>
              <a:gd name="T30" fmla="*/ 29 w 197"/>
              <a:gd name="T31" fmla="*/ 120 h 164"/>
              <a:gd name="T32" fmla="*/ 37 w 197"/>
              <a:gd name="T33" fmla="*/ 120 h 164"/>
              <a:gd name="T34" fmla="*/ 37 w 197"/>
              <a:gd name="T35" fmla="*/ 128 h 164"/>
              <a:gd name="T36" fmla="*/ 29 w 197"/>
              <a:gd name="T37" fmla="*/ 127 h 164"/>
              <a:gd name="T38" fmla="*/ 32 w 197"/>
              <a:gd name="T39" fmla="*/ 91 h 164"/>
              <a:gd name="T40" fmla="*/ 36 w 197"/>
              <a:gd name="T41" fmla="*/ 38 h 164"/>
              <a:gd name="T42" fmla="*/ 28 w 197"/>
              <a:gd name="T43" fmla="*/ 87 h 164"/>
              <a:gd name="T44" fmla="*/ 134 w 197"/>
              <a:gd name="T45" fmla="*/ 31 h 164"/>
              <a:gd name="T46" fmla="*/ 149 w 197"/>
              <a:gd name="T47" fmla="*/ 86 h 164"/>
              <a:gd name="T48" fmla="*/ 134 w 197"/>
              <a:gd name="T49" fmla="*/ 31 h 164"/>
              <a:gd name="T50" fmla="*/ 69 w 197"/>
              <a:gd name="T51" fmla="*/ 133 h 164"/>
              <a:gd name="T52" fmla="*/ 88 w 197"/>
              <a:gd name="T53" fmla="*/ 133 h 164"/>
              <a:gd name="T54" fmla="*/ 79 w 197"/>
              <a:gd name="T55" fmla="*/ 110 h 164"/>
              <a:gd name="T56" fmla="*/ 65 w 197"/>
              <a:gd name="T57" fmla="*/ 124 h 164"/>
              <a:gd name="T58" fmla="*/ 75 w 197"/>
              <a:gd name="T59" fmla="*/ 120 h 164"/>
              <a:gd name="T60" fmla="*/ 82 w 197"/>
              <a:gd name="T61" fmla="*/ 120 h 164"/>
              <a:gd name="T62" fmla="*/ 82 w 197"/>
              <a:gd name="T63" fmla="*/ 128 h 164"/>
              <a:gd name="T64" fmla="*/ 74 w 197"/>
              <a:gd name="T65" fmla="*/ 127 h 164"/>
              <a:gd name="T66" fmla="*/ 81 w 197"/>
              <a:gd name="T67" fmla="*/ 91 h 164"/>
              <a:gd name="T68" fmla="*/ 85 w 197"/>
              <a:gd name="T69" fmla="*/ 38 h 164"/>
              <a:gd name="T70" fmla="*/ 77 w 197"/>
              <a:gd name="T71" fmla="*/ 87 h 164"/>
              <a:gd name="T72" fmla="*/ 148 w 197"/>
              <a:gd name="T73" fmla="*/ 109 h 164"/>
              <a:gd name="T74" fmla="*/ 148 w 197"/>
              <a:gd name="T75" fmla="*/ 128 h 164"/>
              <a:gd name="T76" fmla="*/ 167 w 197"/>
              <a:gd name="T77" fmla="*/ 128 h 164"/>
              <a:gd name="T78" fmla="*/ 168 w 197"/>
              <a:gd name="T79" fmla="*/ 109 h 164"/>
              <a:gd name="T80" fmla="*/ 158 w 197"/>
              <a:gd name="T81" fmla="*/ 105 h 164"/>
              <a:gd name="T82" fmla="*/ 154 w 197"/>
              <a:gd name="T83" fmla="*/ 114 h 164"/>
              <a:gd name="T84" fmla="*/ 163 w 197"/>
              <a:gd name="T85" fmla="*/ 118 h 164"/>
              <a:gd name="T86" fmla="*/ 154 w 197"/>
              <a:gd name="T87" fmla="*/ 122 h 164"/>
              <a:gd name="T88" fmla="*/ 154 w 197"/>
              <a:gd name="T89" fmla="*/ 11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97" h="164">
                <a:moveTo>
                  <a:pt x="159" y="6"/>
                </a:moveTo>
                <a:cubicBezTo>
                  <a:pt x="158" y="2"/>
                  <a:pt x="155" y="0"/>
                  <a:pt x="151" y="1"/>
                </a:cubicBezTo>
                <a:cubicBezTo>
                  <a:pt x="111" y="11"/>
                  <a:pt x="111" y="11"/>
                  <a:pt x="111" y="11"/>
                </a:cubicBezTo>
                <a:cubicBezTo>
                  <a:pt x="110" y="10"/>
                  <a:pt x="108" y="8"/>
                  <a:pt x="105" y="8"/>
                </a:cubicBezTo>
                <a:cubicBezTo>
                  <a:pt x="7" y="8"/>
                  <a:pt x="7" y="8"/>
                  <a:pt x="7" y="8"/>
                </a:cubicBezTo>
                <a:cubicBezTo>
                  <a:pt x="3" y="8"/>
                  <a:pt x="0" y="11"/>
                  <a:pt x="0" y="15"/>
                </a:cubicBezTo>
                <a:cubicBezTo>
                  <a:pt x="0" y="157"/>
                  <a:pt x="0" y="157"/>
                  <a:pt x="0" y="157"/>
                </a:cubicBezTo>
                <a:cubicBezTo>
                  <a:pt x="0" y="161"/>
                  <a:pt x="3" y="164"/>
                  <a:pt x="7" y="164"/>
                </a:cubicBezTo>
                <a:cubicBezTo>
                  <a:pt x="105" y="164"/>
                  <a:pt x="105" y="164"/>
                  <a:pt x="105" y="164"/>
                </a:cubicBezTo>
                <a:cubicBezTo>
                  <a:pt x="109" y="164"/>
                  <a:pt x="112" y="161"/>
                  <a:pt x="112" y="157"/>
                </a:cubicBezTo>
                <a:cubicBezTo>
                  <a:pt x="112" y="71"/>
                  <a:pt x="112" y="71"/>
                  <a:pt x="112" y="71"/>
                </a:cubicBezTo>
                <a:cubicBezTo>
                  <a:pt x="136" y="159"/>
                  <a:pt x="136" y="159"/>
                  <a:pt x="136" y="159"/>
                </a:cubicBezTo>
                <a:cubicBezTo>
                  <a:pt x="136" y="162"/>
                  <a:pt x="140" y="164"/>
                  <a:pt x="144" y="163"/>
                </a:cubicBezTo>
                <a:cubicBezTo>
                  <a:pt x="191" y="151"/>
                  <a:pt x="191" y="151"/>
                  <a:pt x="191" y="151"/>
                </a:cubicBezTo>
                <a:cubicBezTo>
                  <a:pt x="195" y="150"/>
                  <a:pt x="197" y="146"/>
                  <a:pt x="196" y="142"/>
                </a:cubicBezTo>
                <a:cubicBezTo>
                  <a:pt x="159" y="6"/>
                  <a:pt x="159" y="6"/>
                  <a:pt x="159" y="6"/>
                </a:cubicBezTo>
                <a:close/>
                <a:moveTo>
                  <a:pt x="52" y="150"/>
                </a:moveTo>
                <a:cubicBezTo>
                  <a:pt x="52" y="150"/>
                  <a:pt x="52" y="150"/>
                  <a:pt x="52" y="150"/>
                </a:cubicBezTo>
                <a:cubicBezTo>
                  <a:pt x="14" y="150"/>
                  <a:pt x="14" y="150"/>
                  <a:pt x="14" y="150"/>
                </a:cubicBezTo>
                <a:cubicBezTo>
                  <a:pt x="14" y="22"/>
                  <a:pt x="14" y="22"/>
                  <a:pt x="14" y="22"/>
                </a:cubicBezTo>
                <a:cubicBezTo>
                  <a:pt x="52" y="22"/>
                  <a:pt x="52" y="22"/>
                  <a:pt x="52" y="22"/>
                </a:cubicBezTo>
                <a:cubicBezTo>
                  <a:pt x="52" y="150"/>
                  <a:pt x="52" y="150"/>
                  <a:pt x="52" y="150"/>
                </a:cubicBezTo>
                <a:close/>
                <a:moveTo>
                  <a:pt x="99" y="150"/>
                </a:moveTo>
                <a:cubicBezTo>
                  <a:pt x="99" y="150"/>
                  <a:pt x="99" y="150"/>
                  <a:pt x="99" y="150"/>
                </a:cubicBezTo>
                <a:cubicBezTo>
                  <a:pt x="60" y="150"/>
                  <a:pt x="60" y="150"/>
                  <a:pt x="60" y="150"/>
                </a:cubicBezTo>
                <a:cubicBezTo>
                  <a:pt x="60" y="22"/>
                  <a:pt x="60" y="22"/>
                  <a:pt x="60" y="22"/>
                </a:cubicBezTo>
                <a:cubicBezTo>
                  <a:pt x="99" y="22"/>
                  <a:pt x="99" y="22"/>
                  <a:pt x="99" y="22"/>
                </a:cubicBezTo>
                <a:cubicBezTo>
                  <a:pt x="99" y="150"/>
                  <a:pt x="99" y="150"/>
                  <a:pt x="99" y="150"/>
                </a:cubicBezTo>
                <a:close/>
                <a:moveTo>
                  <a:pt x="147" y="149"/>
                </a:moveTo>
                <a:cubicBezTo>
                  <a:pt x="147" y="149"/>
                  <a:pt x="147" y="149"/>
                  <a:pt x="147" y="149"/>
                </a:cubicBezTo>
                <a:cubicBezTo>
                  <a:pt x="114" y="25"/>
                  <a:pt x="114" y="25"/>
                  <a:pt x="114" y="25"/>
                </a:cubicBezTo>
                <a:cubicBezTo>
                  <a:pt x="148" y="16"/>
                  <a:pt x="148" y="16"/>
                  <a:pt x="148" y="16"/>
                </a:cubicBezTo>
                <a:cubicBezTo>
                  <a:pt x="181" y="139"/>
                  <a:pt x="181" y="139"/>
                  <a:pt x="181" y="139"/>
                </a:cubicBezTo>
                <a:cubicBezTo>
                  <a:pt x="147" y="149"/>
                  <a:pt x="147" y="149"/>
                  <a:pt x="147" y="149"/>
                </a:cubicBezTo>
                <a:close/>
                <a:moveTo>
                  <a:pt x="23" y="133"/>
                </a:moveTo>
                <a:cubicBezTo>
                  <a:pt x="23" y="133"/>
                  <a:pt x="23" y="133"/>
                  <a:pt x="23" y="133"/>
                </a:cubicBezTo>
                <a:cubicBezTo>
                  <a:pt x="23" y="133"/>
                  <a:pt x="23" y="133"/>
                  <a:pt x="23" y="133"/>
                </a:cubicBezTo>
                <a:cubicBezTo>
                  <a:pt x="26" y="136"/>
                  <a:pt x="29" y="137"/>
                  <a:pt x="33" y="137"/>
                </a:cubicBezTo>
                <a:cubicBezTo>
                  <a:pt x="37" y="137"/>
                  <a:pt x="40" y="136"/>
                  <a:pt x="42" y="134"/>
                </a:cubicBezTo>
                <a:cubicBezTo>
                  <a:pt x="43" y="133"/>
                  <a:pt x="43" y="133"/>
                  <a:pt x="43" y="133"/>
                </a:cubicBezTo>
                <a:cubicBezTo>
                  <a:pt x="45" y="131"/>
                  <a:pt x="47" y="127"/>
                  <a:pt x="47" y="124"/>
                </a:cubicBezTo>
                <a:cubicBezTo>
                  <a:pt x="47" y="120"/>
                  <a:pt x="45" y="116"/>
                  <a:pt x="43" y="114"/>
                </a:cubicBezTo>
                <a:cubicBezTo>
                  <a:pt x="42" y="114"/>
                  <a:pt x="42" y="114"/>
                  <a:pt x="42" y="114"/>
                </a:cubicBezTo>
                <a:cubicBezTo>
                  <a:pt x="40" y="112"/>
                  <a:pt x="37" y="110"/>
                  <a:pt x="33" y="110"/>
                </a:cubicBezTo>
                <a:cubicBezTo>
                  <a:pt x="29" y="110"/>
                  <a:pt x="26" y="112"/>
                  <a:pt x="23" y="114"/>
                </a:cubicBezTo>
                <a:cubicBezTo>
                  <a:pt x="21" y="116"/>
                  <a:pt x="19" y="120"/>
                  <a:pt x="19" y="124"/>
                </a:cubicBezTo>
                <a:cubicBezTo>
                  <a:pt x="19" y="127"/>
                  <a:pt x="21" y="131"/>
                  <a:pt x="23" y="133"/>
                </a:cubicBezTo>
                <a:close/>
                <a:moveTo>
                  <a:pt x="29" y="120"/>
                </a:moveTo>
                <a:cubicBezTo>
                  <a:pt x="29" y="120"/>
                  <a:pt x="29" y="120"/>
                  <a:pt x="29" y="120"/>
                </a:cubicBezTo>
                <a:cubicBezTo>
                  <a:pt x="30" y="119"/>
                  <a:pt x="31" y="118"/>
                  <a:pt x="33" y="118"/>
                </a:cubicBezTo>
                <a:cubicBezTo>
                  <a:pt x="34" y="118"/>
                  <a:pt x="36" y="119"/>
                  <a:pt x="37" y="120"/>
                </a:cubicBezTo>
                <a:cubicBezTo>
                  <a:pt x="37" y="120"/>
                  <a:pt x="37" y="120"/>
                  <a:pt x="37" y="120"/>
                </a:cubicBezTo>
                <a:cubicBezTo>
                  <a:pt x="38" y="121"/>
                  <a:pt x="38" y="122"/>
                  <a:pt x="38" y="124"/>
                </a:cubicBezTo>
                <a:cubicBezTo>
                  <a:pt x="38" y="125"/>
                  <a:pt x="38" y="127"/>
                  <a:pt x="37" y="128"/>
                </a:cubicBezTo>
                <a:cubicBezTo>
                  <a:pt x="36" y="129"/>
                  <a:pt x="34" y="129"/>
                  <a:pt x="33" y="129"/>
                </a:cubicBezTo>
                <a:cubicBezTo>
                  <a:pt x="31" y="129"/>
                  <a:pt x="30" y="129"/>
                  <a:pt x="29" y="128"/>
                </a:cubicBezTo>
                <a:cubicBezTo>
                  <a:pt x="29" y="127"/>
                  <a:pt x="29" y="127"/>
                  <a:pt x="29" y="127"/>
                </a:cubicBezTo>
                <a:cubicBezTo>
                  <a:pt x="28" y="126"/>
                  <a:pt x="27" y="125"/>
                  <a:pt x="27" y="124"/>
                </a:cubicBezTo>
                <a:cubicBezTo>
                  <a:pt x="27" y="122"/>
                  <a:pt x="28" y="121"/>
                  <a:pt x="29" y="120"/>
                </a:cubicBezTo>
                <a:close/>
                <a:moveTo>
                  <a:pt x="32" y="91"/>
                </a:moveTo>
                <a:cubicBezTo>
                  <a:pt x="32" y="91"/>
                  <a:pt x="32" y="91"/>
                  <a:pt x="32" y="91"/>
                </a:cubicBezTo>
                <a:cubicBezTo>
                  <a:pt x="34" y="91"/>
                  <a:pt x="36" y="89"/>
                  <a:pt x="36" y="87"/>
                </a:cubicBezTo>
                <a:cubicBezTo>
                  <a:pt x="36" y="38"/>
                  <a:pt x="36" y="38"/>
                  <a:pt x="36" y="38"/>
                </a:cubicBezTo>
                <a:cubicBezTo>
                  <a:pt x="36" y="35"/>
                  <a:pt x="34" y="34"/>
                  <a:pt x="32" y="34"/>
                </a:cubicBezTo>
                <a:cubicBezTo>
                  <a:pt x="29" y="34"/>
                  <a:pt x="28" y="35"/>
                  <a:pt x="28" y="38"/>
                </a:cubicBezTo>
                <a:cubicBezTo>
                  <a:pt x="28" y="87"/>
                  <a:pt x="28" y="87"/>
                  <a:pt x="28" y="87"/>
                </a:cubicBezTo>
                <a:cubicBezTo>
                  <a:pt x="28" y="89"/>
                  <a:pt x="29" y="91"/>
                  <a:pt x="32" y="91"/>
                </a:cubicBezTo>
                <a:close/>
                <a:moveTo>
                  <a:pt x="134" y="31"/>
                </a:moveTo>
                <a:cubicBezTo>
                  <a:pt x="134" y="31"/>
                  <a:pt x="134" y="31"/>
                  <a:pt x="134" y="31"/>
                </a:cubicBezTo>
                <a:cubicBezTo>
                  <a:pt x="132" y="32"/>
                  <a:pt x="131" y="34"/>
                  <a:pt x="131" y="36"/>
                </a:cubicBezTo>
                <a:cubicBezTo>
                  <a:pt x="144" y="84"/>
                  <a:pt x="144" y="84"/>
                  <a:pt x="144" y="84"/>
                </a:cubicBezTo>
                <a:cubicBezTo>
                  <a:pt x="144" y="86"/>
                  <a:pt x="146" y="87"/>
                  <a:pt x="149" y="86"/>
                </a:cubicBezTo>
                <a:cubicBezTo>
                  <a:pt x="151" y="86"/>
                  <a:pt x="152" y="84"/>
                  <a:pt x="152" y="82"/>
                </a:cubicBezTo>
                <a:cubicBezTo>
                  <a:pt x="139" y="34"/>
                  <a:pt x="139" y="34"/>
                  <a:pt x="139" y="34"/>
                </a:cubicBezTo>
                <a:cubicBezTo>
                  <a:pt x="138" y="32"/>
                  <a:pt x="136" y="31"/>
                  <a:pt x="134" y="31"/>
                </a:cubicBezTo>
                <a:close/>
                <a:moveTo>
                  <a:pt x="69" y="133"/>
                </a:moveTo>
                <a:cubicBezTo>
                  <a:pt x="69" y="133"/>
                  <a:pt x="69" y="133"/>
                  <a:pt x="69" y="133"/>
                </a:cubicBezTo>
                <a:cubicBezTo>
                  <a:pt x="69" y="133"/>
                  <a:pt x="69" y="133"/>
                  <a:pt x="69" y="133"/>
                </a:cubicBezTo>
                <a:cubicBezTo>
                  <a:pt x="71" y="136"/>
                  <a:pt x="75" y="137"/>
                  <a:pt x="79" y="137"/>
                </a:cubicBezTo>
                <a:cubicBezTo>
                  <a:pt x="82" y="137"/>
                  <a:pt x="86" y="136"/>
                  <a:pt x="88" y="134"/>
                </a:cubicBezTo>
                <a:cubicBezTo>
                  <a:pt x="88" y="133"/>
                  <a:pt x="88" y="133"/>
                  <a:pt x="88" y="133"/>
                </a:cubicBezTo>
                <a:cubicBezTo>
                  <a:pt x="91" y="131"/>
                  <a:pt x="92" y="127"/>
                  <a:pt x="92" y="124"/>
                </a:cubicBezTo>
                <a:cubicBezTo>
                  <a:pt x="92" y="120"/>
                  <a:pt x="91" y="116"/>
                  <a:pt x="88" y="114"/>
                </a:cubicBezTo>
                <a:cubicBezTo>
                  <a:pt x="86" y="112"/>
                  <a:pt x="82" y="110"/>
                  <a:pt x="79" y="110"/>
                </a:cubicBezTo>
                <a:cubicBezTo>
                  <a:pt x="75" y="110"/>
                  <a:pt x="71" y="112"/>
                  <a:pt x="69" y="114"/>
                </a:cubicBezTo>
                <a:cubicBezTo>
                  <a:pt x="69" y="114"/>
                  <a:pt x="69" y="114"/>
                  <a:pt x="69" y="114"/>
                </a:cubicBezTo>
                <a:cubicBezTo>
                  <a:pt x="66" y="116"/>
                  <a:pt x="65" y="120"/>
                  <a:pt x="65" y="124"/>
                </a:cubicBezTo>
                <a:cubicBezTo>
                  <a:pt x="65" y="127"/>
                  <a:pt x="66" y="131"/>
                  <a:pt x="69" y="133"/>
                </a:cubicBezTo>
                <a:close/>
                <a:moveTo>
                  <a:pt x="75" y="120"/>
                </a:moveTo>
                <a:cubicBezTo>
                  <a:pt x="75" y="120"/>
                  <a:pt x="75" y="120"/>
                  <a:pt x="75" y="120"/>
                </a:cubicBezTo>
                <a:cubicBezTo>
                  <a:pt x="76" y="119"/>
                  <a:pt x="77" y="118"/>
                  <a:pt x="79" y="118"/>
                </a:cubicBezTo>
                <a:cubicBezTo>
                  <a:pt x="80" y="118"/>
                  <a:pt x="81" y="119"/>
                  <a:pt x="82" y="120"/>
                </a:cubicBezTo>
                <a:cubicBezTo>
                  <a:pt x="82" y="120"/>
                  <a:pt x="82" y="120"/>
                  <a:pt x="82" y="120"/>
                </a:cubicBezTo>
                <a:cubicBezTo>
                  <a:pt x="84" y="121"/>
                  <a:pt x="84" y="122"/>
                  <a:pt x="84" y="124"/>
                </a:cubicBezTo>
                <a:cubicBezTo>
                  <a:pt x="84" y="125"/>
                  <a:pt x="84" y="127"/>
                  <a:pt x="83" y="128"/>
                </a:cubicBezTo>
                <a:cubicBezTo>
                  <a:pt x="82" y="128"/>
                  <a:pt x="82" y="128"/>
                  <a:pt x="82" y="128"/>
                </a:cubicBezTo>
                <a:cubicBezTo>
                  <a:pt x="81" y="129"/>
                  <a:pt x="80" y="129"/>
                  <a:pt x="79" y="129"/>
                </a:cubicBezTo>
                <a:cubicBezTo>
                  <a:pt x="77" y="129"/>
                  <a:pt x="76" y="129"/>
                  <a:pt x="75" y="128"/>
                </a:cubicBezTo>
                <a:cubicBezTo>
                  <a:pt x="74" y="127"/>
                  <a:pt x="74" y="127"/>
                  <a:pt x="74" y="127"/>
                </a:cubicBezTo>
                <a:cubicBezTo>
                  <a:pt x="74" y="126"/>
                  <a:pt x="73" y="125"/>
                  <a:pt x="73" y="124"/>
                </a:cubicBezTo>
                <a:cubicBezTo>
                  <a:pt x="73" y="122"/>
                  <a:pt x="74" y="121"/>
                  <a:pt x="75" y="120"/>
                </a:cubicBezTo>
                <a:close/>
                <a:moveTo>
                  <a:pt x="81" y="91"/>
                </a:moveTo>
                <a:cubicBezTo>
                  <a:pt x="81" y="91"/>
                  <a:pt x="81" y="91"/>
                  <a:pt x="81" y="91"/>
                </a:cubicBezTo>
                <a:cubicBezTo>
                  <a:pt x="83" y="91"/>
                  <a:pt x="85" y="89"/>
                  <a:pt x="85" y="87"/>
                </a:cubicBezTo>
                <a:cubicBezTo>
                  <a:pt x="85" y="38"/>
                  <a:pt x="85" y="38"/>
                  <a:pt x="85" y="38"/>
                </a:cubicBezTo>
                <a:cubicBezTo>
                  <a:pt x="85" y="35"/>
                  <a:pt x="83" y="34"/>
                  <a:pt x="81" y="34"/>
                </a:cubicBezTo>
                <a:cubicBezTo>
                  <a:pt x="79" y="34"/>
                  <a:pt x="77" y="35"/>
                  <a:pt x="77" y="38"/>
                </a:cubicBezTo>
                <a:cubicBezTo>
                  <a:pt x="77" y="87"/>
                  <a:pt x="77" y="87"/>
                  <a:pt x="77" y="87"/>
                </a:cubicBezTo>
                <a:cubicBezTo>
                  <a:pt x="77" y="89"/>
                  <a:pt x="79" y="91"/>
                  <a:pt x="81" y="91"/>
                </a:cubicBezTo>
                <a:close/>
                <a:moveTo>
                  <a:pt x="148" y="109"/>
                </a:moveTo>
                <a:cubicBezTo>
                  <a:pt x="148" y="109"/>
                  <a:pt x="148" y="109"/>
                  <a:pt x="148" y="109"/>
                </a:cubicBezTo>
                <a:cubicBezTo>
                  <a:pt x="146" y="111"/>
                  <a:pt x="144" y="114"/>
                  <a:pt x="144" y="118"/>
                </a:cubicBezTo>
                <a:cubicBezTo>
                  <a:pt x="144" y="122"/>
                  <a:pt x="146" y="125"/>
                  <a:pt x="148" y="128"/>
                </a:cubicBezTo>
                <a:cubicBezTo>
                  <a:pt x="148" y="128"/>
                  <a:pt x="148" y="128"/>
                  <a:pt x="148" y="128"/>
                </a:cubicBezTo>
                <a:cubicBezTo>
                  <a:pt x="151" y="130"/>
                  <a:pt x="154" y="132"/>
                  <a:pt x="158" y="132"/>
                </a:cubicBezTo>
                <a:cubicBezTo>
                  <a:pt x="161" y="132"/>
                  <a:pt x="165" y="131"/>
                  <a:pt x="167" y="128"/>
                </a:cubicBezTo>
                <a:cubicBezTo>
                  <a:pt x="167" y="128"/>
                  <a:pt x="167" y="128"/>
                  <a:pt x="167" y="128"/>
                </a:cubicBezTo>
                <a:cubicBezTo>
                  <a:pt x="168" y="128"/>
                  <a:pt x="168" y="128"/>
                  <a:pt x="168" y="128"/>
                </a:cubicBezTo>
                <a:cubicBezTo>
                  <a:pt x="170" y="126"/>
                  <a:pt x="171" y="122"/>
                  <a:pt x="171" y="118"/>
                </a:cubicBezTo>
                <a:cubicBezTo>
                  <a:pt x="171" y="114"/>
                  <a:pt x="170" y="111"/>
                  <a:pt x="168" y="109"/>
                </a:cubicBezTo>
                <a:cubicBezTo>
                  <a:pt x="168" y="109"/>
                  <a:pt x="168" y="109"/>
                  <a:pt x="168" y="109"/>
                </a:cubicBezTo>
                <a:cubicBezTo>
                  <a:pt x="168" y="109"/>
                  <a:pt x="168" y="109"/>
                  <a:pt x="168" y="109"/>
                </a:cubicBezTo>
                <a:cubicBezTo>
                  <a:pt x="165" y="106"/>
                  <a:pt x="162" y="105"/>
                  <a:pt x="158" y="105"/>
                </a:cubicBezTo>
                <a:cubicBezTo>
                  <a:pt x="154" y="105"/>
                  <a:pt x="151" y="106"/>
                  <a:pt x="148" y="109"/>
                </a:cubicBezTo>
                <a:close/>
                <a:moveTo>
                  <a:pt x="154" y="114"/>
                </a:moveTo>
                <a:cubicBezTo>
                  <a:pt x="154" y="114"/>
                  <a:pt x="154" y="114"/>
                  <a:pt x="154" y="114"/>
                </a:cubicBezTo>
                <a:cubicBezTo>
                  <a:pt x="155" y="113"/>
                  <a:pt x="156" y="113"/>
                  <a:pt x="158" y="113"/>
                </a:cubicBezTo>
                <a:cubicBezTo>
                  <a:pt x="159" y="113"/>
                  <a:pt x="161" y="113"/>
                  <a:pt x="162" y="114"/>
                </a:cubicBezTo>
                <a:cubicBezTo>
                  <a:pt x="163" y="115"/>
                  <a:pt x="163" y="117"/>
                  <a:pt x="163" y="118"/>
                </a:cubicBezTo>
                <a:cubicBezTo>
                  <a:pt x="163" y="120"/>
                  <a:pt x="163" y="121"/>
                  <a:pt x="162" y="122"/>
                </a:cubicBezTo>
                <a:cubicBezTo>
                  <a:pt x="161" y="123"/>
                  <a:pt x="159" y="124"/>
                  <a:pt x="158" y="124"/>
                </a:cubicBezTo>
                <a:cubicBezTo>
                  <a:pt x="156" y="124"/>
                  <a:pt x="155" y="123"/>
                  <a:pt x="154" y="122"/>
                </a:cubicBezTo>
                <a:cubicBezTo>
                  <a:pt x="154" y="122"/>
                  <a:pt x="154" y="122"/>
                  <a:pt x="154" y="122"/>
                </a:cubicBezTo>
                <a:cubicBezTo>
                  <a:pt x="153" y="121"/>
                  <a:pt x="152" y="120"/>
                  <a:pt x="152" y="118"/>
                </a:cubicBezTo>
                <a:cubicBezTo>
                  <a:pt x="152" y="117"/>
                  <a:pt x="153" y="115"/>
                  <a:pt x="154" y="114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74" name="组合 73"/>
          <p:cNvGrpSpPr/>
          <p:nvPr/>
        </p:nvGrpSpPr>
        <p:grpSpPr>
          <a:xfrm>
            <a:off x="2167164" y="2571750"/>
            <a:ext cx="1512542" cy="1895740"/>
            <a:chOff x="522514" y="3027330"/>
            <a:chExt cx="1512542" cy="1440160"/>
          </a:xfrm>
        </p:grpSpPr>
        <p:sp>
          <p:nvSpPr>
            <p:cNvPr id="75" name="矩形 74"/>
            <p:cNvSpPr/>
            <p:nvPr/>
          </p:nvSpPr>
          <p:spPr>
            <a:xfrm>
              <a:off x="522514" y="3027330"/>
              <a:ext cx="1512542" cy="1440160"/>
            </a:xfrm>
            <a:prstGeom prst="rect">
              <a:avLst/>
            </a:prstGeom>
            <a:solidFill>
              <a:schemeClr val="bg1">
                <a:lumMod val="8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6" name="直接连接符 75"/>
            <p:cNvCxnSpPr/>
            <p:nvPr/>
          </p:nvCxnSpPr>
          <p:spPr>
            <a:xfrm>
              <a:off x="522514" y="3393953"/>
              <a:ext cx="1512542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组合 76"/>
          <p:cNvGrpSpPr/>
          <p:nvPr/>
        </p:nvGrpSpPr>
        <p:grpSpPr>
          <a:xfrm>
            <a:off x="3818164" y="2571750"/>
            <a:ext cx="1512542" cy="1895740"/>
            <a:chOff x="522514" y="3027330"/>
            <a:chExt cx="1512542" cy="1440160"/>
          </a:xfrm>
        </p:grpSpPr>
        <p:sp>
          <p:nvSpPr>
            <p:cNvPr id="78" name="矩形 77"/>
            <p:cNvSpPr/>
            <p:nvPr/>
          </p:nvSpPr>
          <p:spPr>
            <a:xfrm>
              <a:off x="522514" y="3027330"/>
              <a:ext cx="1512542" cy="1440160"/>
            </a:xfrm>
            <a:prstGeom prst="rect">
              <a:avLst/>
            </a:prstGeom>
            <a:solidFill>
              <a:schemeClr val="bg1">
                <a:lumMod val="8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9" name="直接连接符 78"/>
            <p:cNvCxnSpPr/>
            <p:nvPr/>
          </p:nvCxnSpPr>
          <p:spPr>
            <a:xfrm>
              <a:off x="522514" y="3393953"/>
              <a:ext cx="1512542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组合 79"/>
          <p:cNvGrpSpPr/>
          <p:nvPr/>
        </p:nvGrpSpPr>
        <p:grpSpPr>
          <a:xfrm>
            <a:off x="5475514" y="2571750"/>
            <a:ext cx="1512542" cy="1895740"/>
            <a:chOff x="522514" y="3027330"/>
            <a:chExt cx="1512542" cy="1440160"/>
          </a:xfrm>
        </p:grpSpPr>
        <p:sp>
          <p:nvSpPr>
            <p:cNvPr id="81" name="矩形 80"/>
            <p:cNvSpPr/>
            <p:nvPr/>
          </p:nvSpPr>
          <p:spPr>
            <a:xfrm>
              <a:off x="522514" y="3027330"/>
              <a:ext cx="1512542" cy="1440160"/>
            </a:xfrm>
            <a:prstGeom prst="rect">
              <a:avLst/>
            </a:prstGeom>
            <a:solidFill>
              <a:schemeClr val="bg1">
                <a:lumMod val="8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2" name="直接连接符 81"/>
            <p:cNvCxnSpPr/>
            <p:nvPr/>
          </p:nvCxnSpPr>
          <p:spPr>
            <a:xfrm>
              <a:off x="522514" y="3393953"/>
              <a:ext cx="1512542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组合 82"/>
          <p:cNvGrpSpPr/>
          <p:nvPr/>
        </p:nvGrpSpPr>
        <p:grpSpPr>
          <a:xfrm>
            <a:off x="7120164" y="2571750"/>
            <a:ext cx="1512542" cy="1895740"/>
            <a:chOff x="522514" y="3027330"/>
            <a:chExt cx="1512542" cy="1440160"/>
          </a:xfrm>
        </p:grpSpPr>
        <p:sp>
          <p:nvSpPr>
            <p:cNvPr id="84" name="矩形 83"/>
            <p:cNvSpPr/>
            <p:nvPr/>
          </p:nvSpPr>
          <p:spPr>
            <a:xfrm>
              <a:off x="522514" y="3027330"/>
              <a:ext cx="1512542" cy="1440160"/>
            </a:xfrm>
            <a:prstGeom prst="rect">
              <a:avLst/>
            </a:prstGeom>
            <a:solidFill>
              <a:schemeClr val="bg1">
                <a:lumMod val="8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5" name="直接连接符 84"/>
            <p:cNvCxnSpPr/>
            <p:nvPr/>
          </p:nvCxnSpPr>
          <p:spPr>
            <a:xfrm>
              <a:off x="522514" y="3393953"/>
              <a:ext cx="1512542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矩形 58"/>
          <p:cNvSpPr/>
          <p:nvPr/>
        </p:nvSpPr>
        <p:spPr>
          <a:xfrm>
            <a:off x="4223188" y="3111789"/>
            <a:ext cx="697627" cy="7568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编码方式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特征选择</a:t>
            </a: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分箱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2506373" y="3111789"/>
            <a:ext cx="825867" cy="5260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缺失值处理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异常值处理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661320" y="3111789"/>
            <a:ext cx="1210588" cy="984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初步分析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查重与缺失值观测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数值型特征分析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标称型特征分析</a:t>
            </a:r>
          </a:p>
        </p:txBody>
      </p:sp>
      <p:sp>
        <p:nvSpPr>
          <p:cNvPr id="62" name="矩形 61"/>
          <p:cNvSpPr/>
          <p:nvPr/>
        </p:nvSpPr>
        <p:spPr>
          <a:xfrm>
            <a:off x="7535347" y="3111789"/>
            <a:ext cx="697627" cy="5260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存在问题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后续展望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5882652" y="3111789"/>
            <a:ext cx="697627" cy="7568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逻辑回归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KNN</a:t>
            </a: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树模型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4171895" y="2667289"/>
            <a:ext cx="8002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特征工程</a:t>
            </a:r>
          </a:p>
        </p:txBody>
      </p:sp>
      <p:sp>
        <p:nvSpPr>
          <p:cNvPr id="65" name="矩形 64"/>
          <p:cNvSpPr/>
          <p:nvPr/>
        </p:nvSpPr>
        <p:spPr>
          <a:xfrm>
            <a:off x="2519198" y="2667289"/>
            <a:ext cx="8002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数据清洗</a:t>
            </a:r>
          </a:p>
        </p:txBody>
      </p:sp>
      <p:sp>
        <p:nvSpPr>
          <p:cNvPr id="66" name="矩形 65"/>
          <p:cNvSpPr/>
          <p:nvPr/>
        </p:nvSpPr>
        <p:spPr>
          <a:xfrm>
            <a:off x="697527" y="2667289"/>
            <a:ext cx="113817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数据特征分析</a:t>
            </a:r>
          </a:p>
        </p:txBody>
      </p:sp>
      <p:sp>
        <p:nvSpPr>
          <p:cNvPr id="67" name="矩形 66"/>
          <p:cNvSpPr/>
          <p:nvPr/>
        </p:nvSpPr>
        <p:spPr>
          <a:xfrm>
            <a:off x="7637937" y="2667289"/>
            <a:ext cx="4924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结语</a:t>
            </a:r>
          </a:p>
        </p:txBody>
      </p:sp>
      <p:sp>
        <p:nvSpPr>
          <p:cNvPr id="68" name="矩形 67"/>
          <p:cNvSpPr/>
          <p:nvPr/>
        </p:nvSpPr>
        <p:spPr>
          <a:xfrm>
            <a:off x="5600526" y="2667289"/>
            <a:ext cx="126188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模型拟合与优化</a:t>
            </a:r>
          </a:p>
        </p:txBody>
      </p:sp>
    </p:spTree>
    <p:extLst>
      <p:ext uri="{BB962C8B-B14F-4D97-AF65-F5344CB8AC3E}">
        <p14:creationId xmlns:p14="http://schemas.microsoft.com/office/powerpoint/2010/main" val="67409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/>
          <p:cNvSpPr/>
          <p:nvPr/>
        </p:nvSpPr>
        <p:spPr>
          <a:xfrm>
            <a:off x="4916612" y="2676794"/>
            <a:ext cx="998991" cy="5260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缺失值处理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异常值处理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364088" y="2070506"/>
            <a:ext cx="25202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数据清洗</a:t>
            </a:r>
          </a:p>
        </p:txBody>
      </p:sp>
      <p:sp>
        <p:nvSpPr>
          <p:cNvPr id="41" name="矩形 40"/>
          <p:cNvSpPr/>
          <p:nvPr/>
        </p:nvSpPr>
        <p:spPr>
          <a:xfrm>
            <a:off x="4573570" y="1790523"/>
            <a:ext cx="7905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4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02</a:t>
            </a:r>
            <a:endParaRPr lang="zh-CN" altLang="en-US" sz="44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0" y="2517744"/>
            <a:ext cx="9144000" cy="54006"/>
            <a:chOff x="2190216" y="0"/>
            <a:chExt cx="7128792" cy="108012"/>
          </a:xfrm>
        </p:grpSpPr>
        <p:sp>
          <p:nvSpPr>
            <p:cNvPr id="50" name="矩形 49"/>
            <p:cNvSpPr/>
            <p:nvPr/>
          </p:nvSpPr>
          <p:spPr>
            <a:xfrm>
              <a:off x="2190216" y="0"/>
              <a:ext cx="1188132" cy="1080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/>
            <p:cNvSpPr/>
            <p:nvPr/>
          </p:nvSpPr>
          <p:spPr>
            <a:xfrm>
              <a:off x="3378348" y="0"/>
              <a:ext cx="1188132" cy="1080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 55"/>
            <p:cNvSpPr/>
            <p:nvPr/>
          </p:nvSpPr>
          <p:spPr>
            <a:xfrm>
              <a:off x="4566480" y="0"/>
              <a:ext cx="1188132" cy="1080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矩形 56"/>
            <p:cNvSpPr/>
            <p:nvPr/>
          </p:nvSpPr>
          <p:spPr>
            <a:xfrm>
              <a:off x="5754612" y="0"/>
              <a:ext cx="1188132" cy="10801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/>
            <p:cNvSpPr/>
            <p:nvPr/>
          </p:nvSpPr>
          <p:spPr>
            <a:xfrm>
              <a:off x="6942744" y="0"/>
              <a:ext cx="1188132" cy="10801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矩形 73"/>
            <p:cNvSpPr/>
            <p:nvPr/>
          </p:nvSpPr>
          <p:spPr>
            <a:xfrm>
              <a:off x="8130876" y="0"/>
              <a:ext cx="1188132" cy="108012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9"/>
          <p:cNvSpPr>
            <a:spLocks noChangeArrowheads="1"/>
          </p:cNvSpPr>
          <p:nvPr/>
        </p:nvSpPr>
        <p:spPr bwMode="auto">
          <a:xfrm>
            <a:off x="416159" y="278281"/>
            <a:ext cx="2778059" cy="307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缺失值处理</a:t>
            </a:r>
          </a:p>
        </p:txBody>
      </p:sp>
      <p:grpSp>
        <p:nvGrpSpPr>
          <p:cNvPr id="38" name="组合 37"/>
          <p:cNvGrpSpPr/>
          <p:nvPr/>
        </p:nvGrpSpPr>
        <p:grpSpPr>
          <a:xfrm>
            <a:off x="416158" y="699542"/>
            <a:ext cx="899592" cy="56017"/>
            <a:chOff x="0" y="2842590"/>
            <a:chExt cx="7054752" cy="89199"/>
          </a:xfrm>
        </p:grpSpPr>
        <p:sp>
          <p:nvSpPr>
            <p:cNvPr id="42" name="矩形 41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矩形 44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0" name="图片 39">
            <a:extLst>
              <a:ext uri="{FF2B5EF4-FFF2-40B4-BE49-F238E27FC236}">
                <a16:creationId xmlns:a16="http://schemas.microsoft.com/office/drawing/2014/main" id="{677F57E3-71FA-4A57-A33A-F7FD4043275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853853" y="930169"/>
            <a:ext cx="5436294" cy="393505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FFD3374-0714-4E58-95AB-35C7460C2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3852" y="930169"/>
            <a:ext cx="5094411" cy="38520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9"/>
          <p:cNvSpPr>
            <a:spLocks noChangeArrowheads="1"/>
          </p:cNvSpPr>
          <p:nvPr/>
        </p:nvSpPr>
        <p:spPr bwMode="auto">
          <a:xfrm>
            <a:off x="416159" y="278281"/>
            <a:ext cx="2778059" cy="307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异常值处理</a:t>
            </a:r>
          </a:p>
        </p:txBody>
      </p:sp>
      <p:grpSp>
        <p:nvGrpSpPr>
          <p:cNvPr id="38" name="组合 37"/>
          <p:cNvGrpSpPr/>
          <p:nvPr/>
        </p:nvGrpSpPr>
        <p:grpSpPr>
          <a:xfrm>
            <a:off x="416158" y="699542"/>
            <a:ext cx="899592" cy="56017"/>
            <a:chOff x="0" y="2842590"/>
            <a:chExt cx="7054752" cy="89199"/>
          </a:xfrm>
        </p:grpSpPr>
        <p:sp>
          <p:nvSpPr>
            <p:cNvPr id="42" name="矩形 41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矩形 44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CB75C09D-8AF0-4E71-BE72-28B9838848E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18536" y="1419622"/>
            <a:ext cx="7706927" cy="30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8828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3294112" y="1125349"/>
            <a:ext cx="2555776" cy="47429"/>
            <a:chOff x="2190216" y="0"/>
            <a:chExt cx="4752528" cy="108012"/>
          </a:xfrm>
        </p:grpSpPr>
        <p:sp>
          <p:nvSpPr>
            <p:cNvPr id="4" name="矩形 3"/>
            <p:cNvSpPr/>
            <p:nvPr/>
          </p:nvSpPr>
          <p:spPr>
            <a:xfrm>
              <a:off x="2190216" y="0"/>
              <a:ext cx="1188132" cy="1080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3378348" y="0"/>
              <a:ext cx="1188132" cy="1080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4566480" y="0"/>
              <a:ext cx="1188132" cy="1080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5754612" y="0"/>
              <a:ext cx="1188132" cy="10801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3832860" y="313244"/>
            <a:ext cx="14782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ln w="6350">
                  <a:noFill/>
                </a:ln>
                <a:solidFill>
                  <a:schemeClr val="accent1"/>
                </a:solidFill>
                <a:latin typeface="Impact" pitchFamily="34" charset="0"/>
                <a:ea typeface="微软雅黑" pitchFamily="34" charset="-122"/>
              </a:rPr>
              <a:t>目  录</a:t>
            </a:r>
            <a:endParaRPr lang="en-US" altLang="zh-CN" sz="2800" b="1" dirty="0">
              <a:ln w="6350">
                <a:noFill/>
              </a:ln>
              <a:solidFill>
                <a:schemeClr val="accent1"/>
              </a:solidFill>
              <a:latin typeface="Impact" pitchFamily="34" charset="0"/>
              <a:ea typeface="微软雅黑" pitchFamily="34" charset="-122"/>
            </a:endParaRPr>
          </a:p>
          <a:p>
            <a:pPr algn="ctr"/>
            <a:r>
              <a:rPr lang="en-US" altLang="zh-CN" sz="1600" dirty="0">
                <a:ln w="635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CONTENTS</a:t>
            </a:r>
            <a:endParaRPr lang="zh-CN" altLang="en-US" sz="1600" dirty="0">
              <a:ln w="6350"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22514" y="2571750"/>
            <a:ext cx="1512542" cy="1895740"/>
            <a:chOff x="522514" y="3027330"/>
            <a:chExt cx="1512542" cy="1440160"/>
          </a:xfrm>
        </p:grpSpPr>
        <p:sp>
          <p:nvSpPr>
            <p:cNvPr id="54" name="矩形 53"/>
            <p:cNvSpPr/>
            <p:nvPr/>
          </p:nvSpPr>
          <p:spPr>
            <a:xfrm>
              <a:off x="522514" y="3027330"/>
              <a:ext cx="1512542" cy="1440160"/>
            </a:xfrm>
            <a:prstGeom prst="rect">
              <a:avLst/>
            </a:prstGeom>
            <a:solidFill>
              <a:schemeClr val="bg1">
                <a:lumMod val="8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5" name="直接连接符 54"/>
            <p:cNvCxnSpPr/>
            <p:nvPr/>
          </p:nvCxnSpPr>
          <p:spPr>
            <a:xfrm>
              <a:off x="522514" y="3393953"/>
              <a:ext cx="1512542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Freeform 9"/>
          <p:cNvSpPr>
            <a:spLocks noEditPoints="1"/>
          </p:cNvSpPr>
          <p:nvPr/>
        </p:nvSpPr>
        <p:spPr bwMode="auto">
          <a:xfrm>
            <a:off x="7681431" y="208021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0" name="Freeform 10"/>
          <p:cNvSpPr>
            <a:spLocks noEditPoints="1"/>
          </p:cNvSpPr>
          <p:nvPr/>
        </p:nvSpPr>
        <p:spPr bwMode="auto">
          <a:xfrm>
            <a:off x="2800042" y="2062748"/>
            <a:ext cx="286864" cy="287612"/>
          </a:xfrm>
          <a:custGeom>
            <a:avLst/>
            <a:gdLst>
              <a:gd name="T0" fmla="*/ 47 w 162"/>
              <a:gd name="T1" fmla="*/ 34 h 163"/>
              <a:gd name="T2" fmla="*/ 34 w 162"/>
              <a:gd name="T3" fmla="*/ 47 h 163"/>
              <a:gd name="T4" fmla="*/ 32 w 162"/>
              <a:gd name="T5" fmla="*/ 61 h 163"/>
              <a:gd name="T6" fmla="*/ 41 w 162"/>
              <a:gd name="T7" fmla="*/ 52 h 163"/>
              <a:gd name="T8" fmla="*/ 52 w 162"/>
              <a:gd name="T9" fmla="*/ 41 h 163"/>
              <a:gd name="T10" fmla="*/ 60 w 162"/>
              <a:gd name="T11" fmla="*/ 32 h 163"/>
              <a:gd name="T12" fmla="*/ 160 w 162"/>
              <a:gd name="T13" fmla="*/ 150 h 163"/>
              <a:gd name="T14" fmla="*/ 130 w 162"/>
              <a:gd name="T15" fmla="*/ 121 h 163"/>
              <a:gd name="T16" fmla="*/ 147 w 162"/>
              <a:gd name="T17" fmla="*/ 74 h 163"/>
              <a:gd name="T18" fmla="*/ 142 w 162"/>
              <a:gd name="T19" fmla="*/ 46 h 163"/>
              <a:gd name="T20" fmla="*/ 126 w 162"/>
              <a:gd name="T21" fmla="*/ 22 h 163"/>
              <a:gd name="T22" fmla="*/ 74 w 162"/>
              <a:gd name="T23" fmla="*/ 0 h 163"/>
              <a:gd name="T24" fmla="*/ 6 w 162"/>
              <a:gd name="T25" fmla="*/ 46 h 163"/>
              <a:gd name="T26" fmla="*/ 5 w 162"/>
              <a:gd name="T27" fmla="*/ 102 h 163"/>
              <a:gd name="T28" fmla="*/ 21 w 162"/>
              <a:gd name="T29" fmla="*/ 126 h 163"/>
              <a:gd name="T30" fmla="*/ 45 w 162"/>
              <a:gd name="T31" fmla="*/ 142 h 163"/>
              <a:gd name="T32" fmla="*/ 45 w 162"/>
              <a:gd name="T33" fmla="*/ 142 h 163"/>
              <a:gd name="T34" fmla="*/ 102 w 162"/>
              <a:gd name="T35" fmla="*/ 142 h 163"/>
              <a:gd name="T36" fmla="*/ 150 w 162"/>
              <a:gd name="T37" fmla="*/ 160 h 163"/>
              <a:gd name="T38" fmla="*/ 160 w 162"/>
              <a:gd name="T39" fmla="*/ 150 h 163"/>
              <a:gd name="T40" fmla="*/ 116 w 162"/>
              <a:gd name="T41" fmla="*/ 117 h 163"/>
              <a:gd name="T42" fmla="*/ 97 w 162"/>
              <a:gd name="T43" fmla="*/ 130 h 163"/>
              <a:gd name="T44" fmla="*/ 51 w 162"/>
              <a:gd name="T45" fmla="*/ 130 h 163"/>
              <a:gd name="T46" fmla="*/ 31 w 162"/>
              <a:gd name="T47" fmla="*/ 117 h 163"/>
              <a:gd name="T48" fmla="*/ 31 w 162"/>
              <a:gd name="T49" fmla="*/ 117 h 163"/>
              <a:gd name="T50" fmla="*/ 18 w 162"/>
              <a:gd name="T51" fmla="*/ 97 h 163"/>
              <a:gd name="T52" fmla="*/ 18 w 162"/>
              <a:gd name="T53" fmla="*/ 51 h 163"/>
              <a:gd name="T54" fmla="*/ 74 w 162"/>
              <a:gd name="T55" fmla="*/ 14 h 163"/>
              <a:gd name="T56" fmla="*/ 116 w 162"/>
              <a:gd name="T57" fmla="*/ 31 h 163"/>
              <a:gd name="T58" fmla="*/ 129 w 162"/>
              <a:gd name="T59" fmla="*/ 51 h 163"/>
              <a:gd name="T60" fmla="*/ 134 w 162"/>
              <a:gd name="T61" fmla="*/ 74 h 163"/>
              <a:gd name="T62" fmla="*/ 116 w 162"/>
              <a:gd name="T63" fmla="*/ 117 h 163"/>
              <a:gd name="T64" fmla="*/ 117 w 162"/>
              <a:gd name="T65" fmla="*/ 70 h 163"/>
              <a:gd name="T66" fmla="*/ 110 w 162"/>
              <a:gd name="T67" fmla="*/ 89 h 163"/>
              <a:gd name="T68" fmla="*/ 102 w 162"/>
              <a:gd name="T69" fmla="*/ 102 h 163"/>
              <a:gd name="T70" fmla="*/ 74 w 162"/>
              <a:gd name="T71" fmla="*/ 114 h 163"/>
              <a:gd name="T72" fmla="*/ 74 w 162"/>
              <a:gd name="T73" fmla="*/ 122 h 163"/>
              <a:gd name="T74" fmla="*/ 107 w 162"/>
              <a:gd name="T75" fmla="*/ 108 h 163"/>
              <a:gd name="T76" fmla="*/ 118 w 162"/>
              <a:gd name="T77" fmla="*/ 92 h 163"/>
              <a:gd name="T78" fmla="*/ 117 w 162"/>
              <a:gd name="T79" fmla="*/ 70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62" h="163">
                <a:moveTo>
                  <a:pt x="55" y="30"/>
                </a:moveTo>
                <a:cubicBezTo>
                  <a:pt x="52" y="31"/>
                  <a:pt x="50" y="33"/>
                  <a:pt x="47" y="34"/>
                </a:cubicBezTo>
                <a:cubicBezTo>
                  <a:pt x="44" y="36"/>
                  <a:pt x="42" y="38"/>
                  <a:pt x="40" y="40"/>
                </a:cubicBezTo>
                <a:cubicBezTo>
                  <a:pt x="38" y="42"/>
                  <a:pt x="36" y="45"/>
                  <a:pt x="34" y="47"/>
                </a:cubicBezTo>
                <a:cubicBezTo>
                  <a:pt x="32" y="50"/>
                  <a:pt x="31" y="53"/>
                  <a:pt x="30" y="55"/>
                </a:cubicBezTo>
                <a:cubicBezTo>
                  <a:pt x="29" y="57"/>
                  <a:pt x="30" y="60"/>
                  <a:pt x="32" y="61"/>
                </a:cubicBezTo>
                <a:cubicBezTo>
                  <a:pt x="34" y="62"/>
                  <a:pt x="36" y="61"/>
                  <a:pt x="37" y="59"/>
                </a:cubicBezTo>
                <a:cubicBezTo>
                  <a:pt x="38" y="56"/>
                  <a:pt x="39" y="54"/>
                  <a:pt x="41" y="52"/>
                </a:cubicBezTo>
                <a:cubicBezTo>
                  <a:pt x="42" y="50"/>
                  <a:pt x="44" y="48"/>
                  <a:pt x="46" y="46"/>
                </a:cubicBezTo>
                <a:cubicBezTo>
                  <a:pt x="48" y="44"/>
                  <a:pt x="49" y="43"/>
                  <a:pt x="52" y="41"/>
                </a:cubicBezTo>
                <a:cubicBezTo>
                  <a:pt x="54" y="40"/>
                  <a:pt x="56" y="38"/>
                  <a:pt x="58" y="37"/>
                </a:cubicBezTo>
                <a:cubicBezTo>
                  <a:pt x="60" y="37"/>
                  <a:pt x="61" y="34"/>
                  <a:pt x="60" y="32"/>
                </a:cubicBezTo>
                <a:cubicBezTo>
                  <a:pt x="59" y="30"/>
                  <a:pt x="57" y="29"/>
                  <a:pt x="55" y="30"/>
                </a:cubicBezTo>
                <a:close/>
                <a:moveTo>
                  <a:pt x="160" y="150"/>
                </a:moveTo>
                <a:cubicBezTo>
                  <a:pt x="160" y="150"/>
                  <a:pt x="160" y="150"/>
                  <a:pt x="160" y="150"/>
                </a:cubicBezTo>
                <a:cubicBezTo>
                  <a:pt x="130" y="121"/>
                  <a:pt x="130" y="121"/>
                  <a:pt x="130" y="121"/>
                </a:cubicBezTo>
                <a:cubicBezTo>
                  <a:pt x="135" y="115"/>
                  <a:pt x="139" y="109"/>
                  <a:pt x="142" y="102"/>
                </a:cubicBezTo>
                <a:cubicBezTo>
                  <a:pt x="145" y="93"/>
                  <a:pt x="147" y="84"/>
                  <a:pt x="147" y="74"/>
                </a:cubicBezTo>
                <a:cubicBezTo>
                  <a:pt x="147" y="64"/>
                  <a:pt x="145" y="55"/>
                  <a:pt x="142" y="46"/>
                </a:cubicBezTo>
                <a:cubicBezTo>
                  <a:pt x="142" y="46"/>
                  <a:pt x="142" y="46"/>
                  <a:pt x="142" y="46"/>
                </a:cubicBezTo>
                <a:cubicBezTo>
                  <a:pt x="138" y="37"/>
                  <a:pt x="133" y="29"/>
                  <a:pt x="126" y="22"/>
                </a:cubicBezTo>
                <a:cubicBezTo>
                  <a:pt x="126" y="22"/>
                  <a:pt x="126" y="22"/>
                  <a:pt x="126" y="22"/>
                </a:cubicBezTo>
                <a:cubicBezTo>
                  <a:pt x="119" y="15"/>
                  <a:pt x="111" y="10"/>
                  <a:pt x="102" y="6"/>
                </a:cubicBezTo>
                <a:cubicBezTo>
                  <a:pt x="93" y="2"/>
                  <a:pt x="84" y="0"/>
                  <a:pt x="74" y="0"/>
                </a:cubicBezTo>
                <a:cubicBezTo>
                  <a:pt x="53" y="0"/>
                  <a:pt x="35" y="8"/>
                  <a:pt x="21" y="22"/>
                </a:cubicBezTo>
                <a:cubicBezTo>
                  <a:pt x="15" y="29"/>
                  <a:pt x="9" y="37"/>
                  <a:pt x="6" y="46"/>
                </a:cubicBezTo>
                <a:cubicBezTo>
                  <a:pt x="2" y="55"/>
                  <a:pt x="0" y="64"/>
                  <a:pt x="0" y="74"/>
                </a:cubicBezTo>
                <a:cubicBezTo>
                  <a:pt x="0" y="84"/>
                  <a:pt x="2" y="93"/>
                  <a:pt x="5" y="102"/>
                </a:cubicBezTo>
                <a:cubicBezTo>
                  <a:pt x="6" y="102"/>
                  <a:pt x="6" y="102"/>
                  <a:pt x="6" y="102"/>
                </a:cubicBezTo>
                <a:cubicBezTo>
                  <a:pt x="9" y="111"/>
                  <a:pt x="15" y="119"/>
                  <a:pt x="21" y="126"/>
                </a:cubicBezTo>
                <a:cubicBezTo>
                  <a:pt x="22" y="126"/>
                  <a:pt x="22" y="126"/>
                  <a:pt x="22" y="126"/>
                </a:cubicBezTo>
                <a:cubicBezTo>
                  <a:pt x="28" y="133"/>
                  <a:pt x="36" y="138"/>
                  <a:pt x="45" y="142"/>
                </a:cubicBezTo>
                <a:cubicBezTo>
                  <a:pt x="45" y="142"/>
                  <a:pt x="45" y="142"/>
                  <a:pt x="45" y="142"/>
                </a:cubicBezTo>
                <a:cubicBezTo>
                  <a:pt x="45" y="142"/>
                  <a:pt x="45" y="142"/>
                  <a:pt x="45" y="142"/>
                </a:cubicBezTo>
                <a:cubicBezTo>
                  <a:pt x="54" y="146"/>
                  <a:pt x="64" y="148"/>
                  <a:pt x="74" y="148"/>
                </a:cubicBezTo>
                <a:cubicBezTo>
                  <a:pt x="84" y="148"/>
                  <a:pt x="93" y="146"/>
                  <a:pt x="102" y="142"/>
                </a:cubicBezTo>
                <a:cubicBezTo>
                  <a:pt x="109" y="139"/>
                  <a:pt x="115" y="135"/>
                  <a:pt x="121" y="131"/>
                </a:cubicBezTo>
                <a:cubicBezTo>
                  <a:pt x="150" y="160"/>
                  <a:pt x="150" y="160"/>
                  <a:pt x="150" y="160"/>
                </a:cubicBezTo>
                <a:cubicBezTo>
                  <a:pt x="153" y="163"/>
                  <a:pt x="157" y="163"/>
                  <a:pt x="160" y="160"/>
                </a:cubicBezTo>
                <a:cubicBezTo>
                  <a:pt x="162" y="157"/>
                  <a:pt x="162" y="153"/>
                  <a:pt x="160" y="150"/>
                </a:cubicBezTo>
                <a:close/>
                <a:moveTo>
                  <a:pt x="116" y="117"/>
                </a:moveTo>
                <a:cubicBezTo>
                  <a:pt x="116" y="117"/>
                  <a:pt x="116" y="117"/>
                  <a:pt x="116" y="117"/>
                </a:cubicBezTo>
                <a:cubicBezTo>
                  <a:pt x="116" y="117"/>
                  <a:pt x="116" y="117"/>
                  <a:pt x="116" y="117"/>
                </a:cubicBezTo>
                <a:cubicBezTo>
                  <a:pt x="111" y="122"/>
                  <a:pt x="104" y="127"/>
                  <a:pt x="97" y="130"/>
                </a:cubicBezTo>
                <a:cubicBezTo>
                  <a:pt x="90" y="133"/>
                  <a:pt x="82" y="134"/>
                  <a:pt x="74" y="134"/>
                </a:cubicBezTo>
                <a:cubicBezTo>
                  <a:pt x="65" y="134"/>
                  <a:pt x="58" y="133"/>
                  <a:pt x="51" y="130"/>
                </a:cubicBezTo>
                <a:cubicBezTo>
                  <a:pt x="51" y="130"/>
                  <a:pt x="51" y="130"/>
                  <a:pt x="51" y="130"/>
                </a:cubicBezTo>
                <a:cubicBezTo>
                  <a:pt x="43" y="127"/>
                  <a:pt x="37" y="122"/>
                  <a:pt x="31" y="117"/>
                </a:cubicBezTo>
                <a:cubicBezTo>
                  <a:pt x="31" y="117"/>
                  <a:pt x="31" y="117"/>
                  <a:pt x="31" y="117"/>
                </a:cubicBezTo>
                <a:cubicBezTo>
                  <a:pt x="31" y="117"/>
                  <a:pt x="31" y="117"/>
                  <a:pt x="31" y="117"/>
                </a:cubicBezTo>
                <a:cubicBezTo>
                  <a:pt x="26" y="111"/>
                  <a:pt x="21" y="104"/>
                  <a:pt x="18" y="97"/>
                </a:cubicBezTo>
                <a:cubicBezTo>
                  <a:pt x="18" y="97"/>
                  <a:pt x="18" y="97"/>
                  <a:pt x="18" y="97"/>
                </a:cubicBezTo>
                <a:cubicBezTo>
                  <a:pt x="15" y="90"/>
                  <a:pt x="13" y="82"/>
                  <a:pt x="13" y="74"/>
                </a:cubicBezTo>
                <a:cubicBezTo>
                  <a:pt x="13" y="66"/>
                  <a:pt x="15" y="58"/>
                  <a:pt x="18" y="51"/>
                </a:cubicBezTo>
                <a:cubicBezTo>
                  <a:pt x="21" y="44"/>
                  <a:pt x="26" y="37"/>
                  <a:pt x="31" y="31"/>
                </a:cubicBezTo>
                <a:cubicBezTo>
                  <a:pt x="42" y="21"/>
                  <a:pt x="57" y="14"/>
                  <a:pt x="74" y="14"/>
                </a:cubicBezTo>
                <a:cubicBezTo>
                  <a:pt x="82" y="14"/>
                  <a:pt x="90" y="15"/>
                  <a:pt x="97" y="18"/>
                </a:cubicBezTo>
                <a:cubicBezTo>
                  <a:pt x="104" y="21"/>
                  <a:pt x="111" y="26"/>
                  <a:pt x="116" y="31"/>
                </a:cubicBezTo>
                <a:cubicBezTo>
                  <a:pt x="117" y="32"/>
                  <a:pt x="117" y="32"/>
                  <a:pt x="117" y="32"/>
                </a:cubicBezTo>
                <a:cubicBezTo>
                  <a:pt x="122" y="37"/>
                  <a:pt x="126" y="44"/>
                  <a:pt x="129" y="51"/>
                </a:cubicBezTo>
                <a:cubicBezTo>
                  <a:pt x="129" y="51"/>
                  <a:pt x="129" y="51"/>
                  <a:pt x="129" y="51"/>
                </a:cubicBezTo>
                <a:cubicBezTo>
                  <a:pt x="132" y="58"/>
                  <a:pt x="134" y="66"/>
                  <a:pt x="134" y="74"/>
                </a:cubicBezTo>
                <a:cubicBezTo>
                  <a:pt x="134" y="82"/>
                  <a:pt x="132" y="90"/>
                  <a:pt x="129" y="97"/>
                </a:cubicBezTo>
                <a:cubicBezTo>
                  <a:pt x="126" y="104"/>
                  <a:pt x="122" y="111"/>
                  <a:pt x="116" y="117"/>
                </a:cubicBezTo>
                <a:close/>
                <a:moveTo>
                  <a:pt x="117" y="70"/>
                </a:moveTo>
                <a:cubicBezTo>
                  <a:pt x="117" y="70"/>
                  <a:pt x="117" y="70"/>
                  <a:pt x="117" y="70"/>
                </a:cubicBezTo>
                <a:cubicBezTo>
                  <a:pt x="115" y="70"/>
                  <a:pt x="113" y="72"/>
                  <a:pt x="113" y="74"/>
                </a:cubicBezTo>
                <a:cubicBezTo>
                  <a:pt x="113" y="79"/>
                  <a:pt x="112" y="84"/>
                  <a:pt x="110" y="89"/>
                </a:cubicBezTo>
                <a:cubicBezTo>
                  <a:pt x="110" y="89"/>
                  <a:pt x="110" y="89"/>
                  <a:pt x="110" y="89"/>
                </a:cubicBezTo>
                <a:cubicBezTo>
                  <a:pt x="108" y="94"/>
                  <a:pt x="105" y="98"/>
                  <a:pt x="102" y="102"/>
                </a:cubicBezTo>
                <a:cubicBezTo>
                  <a:pt x="98" y="106"/>
                  <a:pt x="94" y="109"/>
                  <a:pt x="89" y="111"/>
                </a:cubicBezTo>
                <a:cubicBezTo>
                  <a:pt x="84" y="113"/>
                  <a:pt x="79" y="114"/>
                  <a:pt x="74" y="114"/>
                </a:cubicBezTo>
                <a:cubicBezTo>
                  <a:pt x="71" y="114"/>
                  <a:pt x="70" y="115"/>
                  <a:pt x="70" y="118"/>
                </a:cubicBezTo>
                <a:cubicBezTo>
                  <a:pt x="70" y="120"/>
                  <a:pt x="71" y="122"/>
                  <a:pt x="74" y="122"/>
                </a:cubicBezTo>
                <a:cubicBezTo>
                  <a:pt x="80" y="122"/>
                  <a:pt x="86" y="120"/>
                  <a:pt x="92" y="118"/>
                </a:cubicBezTo>
                <a:cubicBezTo>
                  <a:pt x="98" y="116"/>
                  <a:pt x="103" y="112"/>
                  <a:pt x="107" y="108"/>
                </a:cubicBezTo>
                <a:cubicBezTo>
                  <a:pt x="112" y="103"/>
                  <a:pt x="115" y="98"/>
                  <a:pt x="118" y="92"/>
                </a:cubicBezTo>
                <a:cubicBezTo>
                  <a:pt x="118" y="92"/>
                  <a:pt x="118" y="92"/>
                  <a:pt x="118" y="92"/>
                </a:cubicBezTo>
                <a:cubicBezTo>
                  <a:pt x="120" y="86"/>
                  <a:pt x="121" y="80"/>
                  <a:pt x="121" y="74"/>
                </a:cubicBezTo>
                <a:cubicBezTo>
                  <a:pt x="121" y="72"/>
                  <a:pt x="120" y="70"/>
                  <a:pt x="117" y="7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1" name="Freeform 11"/>
          <p:cNvSpPr>
            <a:spLocks noEditPoints="1"/>
          </p:cNvSpPr>
          <p:nvPr/>
        </p:nvSpPr>
        <p:spPr bwMode="auto">
          <a:xfrm>
            <a:off x="6084764" y="2046842"/>
            <a:ext cx="246418" cy="313076"/>
          </a:xfrm>
          <a:custGeom>
            <a:avLst/>
            <a:gdLst>
              <a:gd name="T0" fmla="*/ 104 w 139"/>
              <a:gd name="T1" fmla="*/ 99 h 177"/>
              <a:gd name="T2" fmla="*/ 91 w 139"/>
              <a:gd name="T3" fmla="*/ 160 h 177"/>
              <a:gd name="T4" fmla="*/ 133 w 139"/>
              <a:gd name="T5" fmla="*/ 164 h 177"/>
              <a:gd name="T6" fmla="*/ 133 w 139"/>
              <a:gd name="T7" fmla="*/ 177 h 177"/>
              <a:gd name="T8" fmla="*/ 0 w 139"/>
              <a:gd name="T9" fmla="*/ 170 h 177"/>
              <a:gd name="T10" fmla="*/ 51 w 139"/>
              <a:gd name="T11" fmla="*/ 164 h 177"/>
              <a:gd name="T12" fmla="*/ 81 w 139"/>
              <a:gd name="T13" fmla="*/ 151 h 177"/>
              <a:gd name="T14" fmla="*/ 10 w 139"/>
              <a:gd name="T15" fmla="*/ 147 h 177"/>
              <a:gd name="T16" fmla="*/ 10 w 139"/>
              <a:gd name="T17" fmla="*/ 139 h 177"/>
              <a:gd name="T18" fmla="*/ 94 w 139"/>
              <a:gd name="T19" fmla="*/ 120 h 177"/>
              <a:gd name="T20" fmla="*/ 84 w 139"/>
              <a:gd name="T21" fmla="*/ 92 h 177"/>
              <a:gd name="T22" fmla="*/ 69 w 139"/>
              <a:gd name="T23" fmla="*/ 94 h 177"/>
              <a:gd name="T24" fmla="*/ 53 w 139"/>
              <a:gd name="T25" fmla="*/ 113 h 177"/>
              <a:gd name="T26" fmla="*/ 46 w 139"/>
              <a:gd name="T27" fmla="*/ 117 h 177"/>
              <a:gd name="T28" fmla="*/ 24 w 139"/>
              <a:gd name="T29" fmla="*/ 109 h 177"/>
              <a:gd name="T30" fmla="*/ 26 w 139"/>
              <a:gd name="T31" fmla="*/ 97 h 177"/>
              <a:gd name="T32" fmla="*/ 21 w 139"/>
              <a:gd name="T33" fmla="*/ 89 h 177"/>
              <a:gd name="T34" fmla="*/ 63 w 139"/>
              <a:gd name="T35" fmla="*/ 24 h 177"/>
              <a:gd name="T36" fmla="*/ 67 w 139"/>
              <a:gd name="T37" fmla="*/ 26 h 177"/>
              <a:gd name="T38" fmla="*/ 69 w 139"/>
              <a:gd name="T39" fmla="*/ 14 h 177"/>
              <a:gd name="T40" fmla="*/ 76 w 139"/>
              <a:gd name="T41" fmla="*/ 2 h 177"/>
              <a:gd name="T42" fmla="*/ 109 w 139"/>
              <a:gd name="T43" fmla="*/ 29 h 177"/>
              <a:gd name="T44" fmla="*/ 96 w 139"/>
              <a:gd name="T45" fmla="*/ 30 h 177"/>
              <a:gd name="T46" fmla="*/ 94 w 139"/>
              <a:gd name="T47" fmla="*/ 42 h 177"/>
              <a:gd name="T48" fmla="*/ 87 w 139"/>
              <a:gd name="T49" fmla="*/ 63 h 177"/>
              <a:gd name="T50" fmla="*/ 92 w 139"/>
              <a:gd name="T51" fmla="*/ 81 h 177"/>
              <a:gd name="T52" fmla="*/ 89 w 139"/>
              <a:gd name="T53" fmla="*/ 26 h 177"/>
              <a:gd name="T54" fmla="*/ 74 w 139"/>
              <a:gd name="T55" fmla="*/ 30 h 177"/>
              <a:gd name="T56" fmla="*/ 89 w 139"/>
              <a:gd name="T57" fmla="*/ 26 h 177"/>
              <a:gd name="T58" fmla="*/ 80 w 139"/>
              <a:gd name="T59" fmla="*/ 59 h 177"/>
              <a:gd name="T60" fmla="*/ 62 w 139"/>
              <a:gd name="T61" fmla="*/ 33 h 177"/>
              <a:gd name="T62" fmla="*/ 54 w 139"/>
              <a:gd name="T63" fmla="*/ 104 h 177"/>
              <a:gd name="T64" fmla="*/ 56 w 139"/>
              <a:gd name="T65" fmla="*/ 76 h 177"/>
              <a:gd name="T66" fmla="*/ 62 w 139"/>
              <a:gd name="T67" fmla="*/ 63 h 177"/>
              <a:gd name="T68" fmla="*/ 82 w 139"/>
              <a:gd name="T69" fmla="*/ 69 h 177"/>
              <a:gd name="T70" fmla="*/ 67 w 139"/>
              <a:gd name="T71" fmla="*/ 69 h 177"/>
              <a:gd name="T72" fmla="*/ 67 w 139"/>
              <a:gd name="T73" fmla="*/ 69 h 177"/>
              <a:gd name="T74" fmla="*/ 75 w 139"/>
              <a:gd name="T75" fmla="*/ 86 h 177"/>
              <a:gd name="T76" fmla="*/ 82 w 139"/>
              <a:gd name="T77" fmla="*/ 83 h 177"/>
              <a:gd name="T78" fmla="*/ 82 w 139"/>
              <a:gd name="T79" fmla="*/ 69 h 177"/>
              <a:gd name="T80" fmla="*/ 33 w 139"/>
              <a:gd name="T81" fmla="*/ 101 h 177"/>
              <a:gd name="T82" fmla="*/ 31 w 139"/>
              <a:gd name="T83" fmla="*/ 104 h 177"/>
              <a:gd name="T84" fmla="*/ 42 w 139"/>
              <a:gd name="T85" fmla="*/ 106 h 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39" h="177">
                <a:moveTo>
                  <a:pt x="92" y="81"/>
                </a:moveTo>
                <a:cubicBezTo>
                  <a:pt x="97" y="87"/>
                  <a:pt x="101" y="92"/>
                  <a:pt x="104" y="99"/>
                </a:cubicBezTo>
                <a:cubicBezTo>
                  <a:pt x="106" y="106"/>
                  <a:pt x="108" y="113"/>
                  <a:pt x="108" y="120"/>
                </a:cubicBezTo>
                <a:cubicBezTo>
                  <a:pt x="108" y="136"/>
                  <a:pt x="101" y="150"/>
                  <a:pt x="91" y="160"/>
                </a:cubicBezTo>
                <a:cubicBezTo>
                  <a:pt x="90" y="162"/>
                  <a:pt x="89" y="163"/>
                  <a:pt x="88" y="164"/>
                </a:cubicBezTo>
                <a:cubicBezTo>
                  <a:pt x="133" y="164"/>
                  <a:pt x="133" y="164"/>
                  <a:pt x="133" y="164"/>
                </a:cubicBezTo>
                <a:cubicBezTo>
                  <a:pt x="136" y="164"/>
                  <a:pt x="139" y="167"/>
                  <a:pt x="139" y="170"/>
                </a:cubicBezTo>
                <a:cubicBezTo>
                  <a:pt x="139" y="174"/>
                  <a:pt x="136" y="177"/>
                  <a:pt x="133" y="177"/>
                </a:cubicBezTo>
                <a:cubicBezTo>
                  <a:pt x="91" y="177"/>
                  <a:pt x="49" y="177"/>
                  <a:pt x="7" y="177"/>
                </a:cubicBezTo>
                <a:cubicBezTo>
                  <a:pt x="3" y="177"/>
                  <a:pt x="0" y="174"/>
                  <a:pt x="0" y="170"/>
                </a:cubicBezTo>
                <a:cubicBezTo>
                  <a:pt x="0" y="167"/>
                  <a:pt x="3" y="164"/>
                  <a:pt x="7" y="164"/>
                </a:cubicBezTo>
                <a:cubicBezTo>
                  <a:pt x="51" y="164"/>
                  <a:pt x="51" y="164"/>
                  <a:pt x="51" y="164"/>
                </a:cubicBezTo>
                <a:cubicBezTo>
                  <a:pt x="51" y="164"/>
                  <a:pt x="51" y="164"/>
                  <a:pt x="51" y="164"/>
                </a:cubicBezTo>
                <a:cubicBezTo>
                  <a:pt x="63" y="164"/>
                  <a:pt x="74" y="159"/>
                  <a:pt x="81" y="151"/>
                </a:cubicBezTo>
                <a:cubicBezTo>
                  <a:pt x="83" y="150"/>
                  <a:pt x="84" y="148"/>
                  <a:pt x="85" y="147"/>
                </a:cubicBezTo>
                <a:cubicBezTo>
                  <a:pt x="10" y="147"/>
                  <a:pt x="10" y="147"/>
                  <a:pt x="10" y="147"/>
                </a:cubicBezTo>
                <a:cubicBezTo>
                  <a:pt x="8" y="147"/>
                  <a:pt x="6" y="145"/>
                  <a:pt x="6" y="143"/>
                </a:cubicBezTo>
                <a:cubicBezTo>
                  <a:pt x="6" y="141"/>
                  <a:pt x="8" y="139"/>
                  <a:pt x="10" y="139"/>
                </a:cubicBezTo>
                <a:cubicBezTo>
                  <a:pt x="90" y="139"/>
                  <a:pt x="90" y="139"/>
                  <a:pt x="90" y="139"/>
                </a:cubicBezTo>
                <a:cubicBezTo>
                  <a:pt x="93" y="133"/>
                  <a:pt x="94" y="127"/>
                  <a:pt x="94" y="120"/>
                </a:cubicBezTo>
                <a:cubicBezTo>
                  <a:pt x="94" y="114"/>
                  <a:pt x="93" y="109"/>
                  <a:pt x="91" y="104"/>
                </a:cubicBezTo>
                <a:cubicBezTo>
                  <a:pt x="89" y="100"/>
                  <a:pt x="87" y="96"/>
                  <a:pt x="84" y="92"/>
                </a:cubicBezTo>
                <a:cubicBezTo>
                  <a:pt x="81" y="94"/>
                  <a:pt x="78" y="94"/>
                  <a:pt x="75" y="94"/>
                </a:cubicBezTo>
                <a:cubicBezTo>
                  <a:pt x="73" y="94"/>
                  <a:pt x="71" y="94"/>
                  <a:pt x="69" y="94"/>
                </a:cubicBezTo>
                <a:cubicBezTo>
                  <a:pt x="59" y="111"/>
                  <a:pt x="59" y="111"/>
                  <a:pt x="59" y="111"/>
                </a:cubicBezTo>
                <a:cubicBezTo>
                  <a:pt x="58" y="113"/>
                  <a:pt x="55" y="114"/>
                  <a:pt x="53" y="113"/>
                </a:cubicBezTo>
                <a:cubicBezTo>
                  <a:pt x="50" y="111"/>
                  <a:pt x="50" y="111"/>
                  <a:pt x="50" y="111"/>
                </a:cubicBezTo>
                <a:cubicBezTo>
                  <a:pt x="46" y="117"/>
                  <a:pt x="46" y="117"/>
                  <a:pt x="46" y="117"/>
                </a:cubicBezTo>
                <a:cubicBezTo>
                  <a:pt x="45" y="119"/>
                  <a:pt x="42" y="119"/>
                  <a:pt x="40" y="118"/>
                </a:cubicBezTo>
                <a:cubicBezTo>
                  <a:pt x="24" y="109"/>
                  <a:pt x="24" y="109"/>
                  <a:pt x="24" y="109"/>
                </a:cubicBezTo>
                <a:cubicBezTo>
                  <a:pt x="22" y="108"/>
                  <a:pt x="21" y="105"/>
                  <a:pt x="22" y="103"/>
                </a:cubicBezTo>
                <a:cubicBezTo>
                  <a:pt x="26" y="97"/>
                  <a:pt x="26" y="97"/>
                  <a:pt x="26" y="97"/>
                </a:cubicBezTo>
                <a:cubicBezTo>
                  <a:pt x="22" y="95"/>
                  <a:pt x="22" y="95"/>
                  <a:pt x="22" y="95"/>
                </a:cubicBezTo>
                <a:cubicBezTo>
                  <a:pt x="20" y="94"/>
                  <a:pt x="20" y="91"/>
                  <a:pt x="21" y="89"/>
                </a:cubicBezTo>
                <a:cubicBezTo>
                  <a:pt x="57" y="26"/>
                  <a:pt x="57" y="26"/>
                  <a:pt x="57" y="26"/>
                </a:cubicBezTo>
                <a:cubicBezTo>
                  <a:pt x="58" y="24"/>
                  <a:pt x="61" y="23"/>
                  <a:pt x="63" y="24"/>
                </a:cubicBezTo>
                <a:cubicBezTo>
                  <a:pt x="63" y="24"/>
                  <a:pt x="63" y="24"/>
                  <a:pt x="63" y="24"/>
                </a:cubicBezTo>
                <a:cubicBezTo>
                  <a:pt x="67" y="26"/>
                  <a:pt x="67" y="26"/>
                  <a:pt x="67" y="26"/>
                </a:cubicBezTo>
                <a:cubicBezTo>
                  <a:pt x="73" y="16"/>
                  <a:pt x="73" y="16"/>
                  <a:pt x="73" y="16"/>
                </a:cubicBezTo>
                <a:cubicBezTo>
                  <a:pt x="69" y="14"/>
                  <a:pt x="69" y="14"/>
                  <a:pt x="69" y="14"/>
                </a:cubicBezTo>
                <a:cubicBezTo>
                  <a:pt x="66" y="12"/>
                  <a:pt x="65" y="8"/>
                  <a:pt x="66" y="5"/>
                </a:cubicBezTo>
                <a:cubicBezTo>
                  <a:pt x="68" y="1"/>
                  <a:pt x="72" y="0"/>
                  <a:pt x="76" y="2"/>
                </a:cubicBezTo>
                <a:cubicBezTo>
                  <a:pt x="86" y="8"/>
                  <a:pt x="96" y="14"/>
                  <a:pt x="107" y="20"/>
                </a:cubicBezTo>
                <a:cubicBezTo>
                  <a:pt x="110" y="22"/>
                  <a:pt x="111" y="26"/>
                  <a:pt x="109" y="29"/>
                </a:cubicBezTo>
                <a:cubicBezTo>
                  <a:pt x="107" y="33"/>
                  <a:pt x="103" y="34"/>
                  <a:pt x="100" y="32"/>
                </a:cubicBezTo>
                <a:cubicBezTo>
                  <a:pt x="96" y="30"/>
                  <a:pt x="96" y="30"/>
                  <a:pt x="96" y="30"/>
                </a:cubicBezTo>
                <a:cubicBezTo>
                  <a:pt x="90" y="40"/>
                  <a:pt x="90" y="40"/>
                  <a:pt x="90" y="40"/>
                </a:cubicBezTo>
                <a:cubicBezTo>
                  <a:pt x="94" y="42"/>
                  <a:pt x="94" y="42"/>
                  <a:pt x="94" y="42"/>
                </a:cubicBezTo>
                <a:cubicBezTo>
                  <a:pt x="96" y="43"/>
                  <a:pt x="97" y="46"/>
                  <a:pt x="96" y="48"/>
                </a:cubicBezTo>
                <a:cubicBezTo>
                  <a:pt x="87" y="63"/>
                  <a:pt x="87" y="63"/>
                  <a:pt x="87" y="63"/>
                </a:cubicBezTo>
                <a:cubicBezTo>
                  <a:pt x="91" y="66"/>
                  <a:pt x="93" y="71"/>
                  <a:pt x="93" y="76"/>
                </a:cubicBezTo>
                <a:cubicBezTo>
                  <a:pt x="93" y="78"/>
                  <a:pt x="93" y="80"/>
                  <a:pt x="92" y="81"/>
                </a:cubicBezTo>
                <a:close/>
                <a:moveTo>
                  <a:pt x="89" y="26"/>
                </a:moveTo>
                <a:cubicBezTo>
                  <a:pt x="89" y="26"/>
                  <a:pt x="89" y="26"/>
                  <a:pt x="89" y="26"/>
                </a:cubicBezTo>
                <a:cubicBezTo>
                  <a:pt x="86" y="24"/>
                  <a:pt x="83" y="22"/>
                  <a:pt x="80" y="20"/>
                </a:cubicBezTo>
                <a:cubicBezTo>
                  <a:pt x="74" y="30"/>
                  <a:pt x="74" y="30"/>
                  <a:pt x="74" y="30"/>
                </a:cubicBezTo>
                <a:cubicBezTo>
                  <a:pt x="83" y="36"/>
                  <a:pt x="83" y="36"/>
                  <a:pt x="83" y="36"/>
                </a:cubicBezTo>
                <a:cubicBezTo>
                  <a:pt x="89" y="26"/>
                  <a:pt x="89" y="26"/>
                  <a:pt x="89" y="26"/>
                </a:cubicBezTo>
                <a:close/>
                <a:moveTo>
                  <a:pt x="80" y="59"/>
                </a:moveTo>
                <a:cubicBezTo>
                  <a:pt x="80" y="59"/>
                  <a:pt x="80" y="59"/>
                  <a:pt x="80" y="59"/>
                </a:cubicBezTo>
                <a:cubicBezTo>
                  <a:pt x="87" y="47"/>
                  <a:pt x="87" y="47"/>
                  <a:pt x="87" y="47"/>
                </a:cubicBezTo>
                <a:cubicBezTo>
                  <a:pt x="78" y="43"/>
                  <a:pt x="70" y="38"/>
                  <a:pt x="62" y="33"/>
                </a:cubicBezTo>
                <a:cubicBezTo>
                  <a:pt x="30" y="90"/>
                  <a:pt x="30" y="90"/>
                  <a:pt x="30" y="90"/>
                </a:cubicBezTo>
                <a:cubicBezTo>
                  <a:pt x="38" y="94"/>
                  <a:pt x="46" y="99"/>
                  <a:pt x="54" y="104"/>
                </a:cubicBezTo>
                <a:cubicBezTo>
                  <a:pt x="62" y="90"/>
                  <a:pt x="62" y="90"/>
                  <a:pt x="62" y="90"/>
                </a:cubicBezTo>
                <a:cubicBezTo>
                  <a:pt x="58" y="86"/>
                  <a:pt x="56" y="81"/>
                  <a:pt x="56" y="76"/>
                </a:cubicBezTo>
                <a:cubicBezTo>
                  <a:pt x="56" y="71"/>
                  <a:pt x="58" y="66"/>
                  <a:pt x="62" y="63"/>
                </a:cubicBezTo>
                <a:cubicBezTo>
                  <a:pt x="62" y="63"/>
                  <a:pt x="62" y="63"/>
                  <a:pt x="62" y="63"/>
                </a:cubicBezTo>
                <a:cubicBezTo>
                  <a:pt x="67" y="58"/>
                  <a:pt x="73" y="57"/>
                  <a:pt x="80" y="59"/>
                </a:cubicBezTo>
                <a:close/>
                <a:moveTo>
                  <a:pt x="82" y="69"/>
                </a:moveTo>
                <a:cubicBezTo>
                  <a:pt x="82" y="69"/>
                  <a:pt x="82" y="69"/>
                  <a:pt x="82" y="69"/>
                </a:cubicBezTo>
                <a:cubicBezTo>
                  <a:pt x="78" y="65"/>
                  <a:pt x="71" y="65"/>
                  <a:pt x="67" y="69"/>
                </a:cubicBezTo>
                <a:cubicBezTo>
                  <a:pt x="67" y="69"/>
                  <a:pt x="67" y="69"/>
                  <a:pt x="67" y="69"/>
                </a:cubicBezTo>
                <a:cubicBezTo>
                  <a:pt x="67" y="69"/>
                  <a:pt x="67" y="69"/>
                  <a:pt x="67" y="69"/>
                </a:cubicBezTo>
                <a:cubicBezTo>
                  <a:pt x="65" y="71"/>
                  <a:pt x="64" y="73"/>
                  <a:pt x="64" y="76"/>
                </a:cubicBezTo>
                <a:cubicBezTo>
                  <a:pt x="64" y="82"/>
                  <a:pt x="69" y="86"/>
                  <a:pt x="75" y="86"/>
                </a:cubicBezTo>
                <a:cubicBezTo>
                  <a:pt x="77" y="86"/>
                  <a:pt x="80" y="85"/>
                  <a:pt x="82" y="83"/>
                </a:cubicBezTo>
                <a:cubicBezTo>
                  <a:pt x="82" y="83"/>
                  <a:pt x="82" y="83"/>
                  <a:pt x="82" y="83"/>
                </a:cubicBezTo>
                <a:cubicBezTo>
                  <a:pt x="84" y="81"/>
                  <a:pt x="85" y="79"/>
                  <a:pt x="85" y="76"/>
                </a:cubicBezTo>
                <a:cubicBezTo>
                  <a:pt x="85" y="73"/>
                  <a:pt x="84" y="71"/>
                  <a:pt x="82" y="69"/>
                </a:cubicBezTo>
                <a:cubicBezTo>
                  <a:pt x="82" y="69"/>
                  <a:pt x="82" y="69"/>
                  <a:pt x="82" y="69"/>
                </a:cubicBezTo>
                <a:close/>
                <a:moveTo>
                  <a:pt x="33" y="101"/>
                </a:moveTo>
                <a:cubicBezTo>
                  <a:pt x="33" y="101"/>
                  <a:pt x="33" y="101"/>
                  <a:pt x="33" y="101"/>
                </a:cubicBezTo>
                <a:cubicBezTo>
                  <a:pt x="31" y="104"/>
                  <a:pt x="31" y="104"/>
                  <a:pt x="31" y="104"/>
                </a:cubicBezTo>
                <a:cubicBezTo>
                  <a:pt x="41" y="109"/>
                  <a:pt x="41" y="109"/>
                  <a:pt x="41" y="109"/>
                </a:cubicBezTo>
                <a:cubicBezTo>
                  <a:pt x="42" y="106"/>
                  <a:pt x="42" y="106"/>
                  <a:pt x="42" y="106"/>
                </a:cubicBezTo>
                <a:cubicBezTo>
                  <a:pt x="33" y="101"/>
                  <a:pt x="33" y="101"/>
                  <a:pt x="33" y="101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2" name="Freeform 12"/>
          <p:cNvSpPr>
            <a:spLocks noEditPoints="1"/>
          </p:cNvSpPr>
          <p:nvPr/>
        </p:nvSpPr>
        <p:spPr bwMode="auto">
          <a:xfrm>
            <a:off x="4464895" y="2050257"/>
            <a:ext cx="214210" cy="307834"/>
          </a:xfrm>
          <a:custGeom>
            <a:avLst/>
            <a:gdLst>
              <a:gd name="T0" fmla="*/ 3 w 121"/>
              <a:gd name="T1" fmla="*/ 119 h 174"/>
              <a:gd name="T2" fmla="*/ 23 w 121"/>
              <a:gd name="T3" fmla="*/ 115 h 174"/>
              <a:gd name="T4" fmla="*/ 38 w 121"/>
              <a:gd name="T5" fmla="*/ 74 h 174"/>
              <a:gd name="T6" fmla="*/ 38 w 121"/>
              <a:gd name="T7" fmla="*/ 74 h 174"/>
              <a:gd name="T8" fmla="*/ 38 w 121"/>
              <a:gd name="T9" fmla="*/ 29 h 174"/>
              <a:gd name="T10" fmla="*/ 54 w 121"/>
              <a:gd name="T11" fmla="*/ 21 h 174"/>
              <a:gd name="T12" fmla="*/ 60 w 121"/>
              <a:gd name="T13" fmla="*/ 0 h 174"/>
              <a:gd name="T14" fmla="*/ 67 w 121"/>
              <a:gd name="T15" fmla="*/ 21 h 174"/>
              <a:gd name="T16" fmla="*/ 92 w 121"/>
              <a:gd name="T17" fmla="*/ 51 h 174"/>
              <a:gd name="T18" fmla="*/ 82 w 121"/>
              <a:gd name="T19" fmla="*/ 74 h 174"/>
              <a:gd name="T20" fmla="*/ 98 w 121"/>
              <a:gd name="T21" fmla="*/ 115 h 174"/>
              <a:gd name="T22" fmla="*/ 117 w 121"/>
              <a:gd name="T23" fmla="*/ 119 h 174"/>
              <a:gd name="T24" fmla="*/ 102 w 121"/>
              <a:gd name="T25" fmla="*/ 124 h 174"/>
              <a:gd name="T26" fmla="*/ 116 w 121"/>
              <a:gd name="T27" fmla="*/ 159 h 174"/>
              <a:gd name="T28" fmla="*/ 120 w 121"/>
              <a:gd name="T29" fmla="*/ 168 h 174"/>
              <a:gd name="T30" fmla="*/ 113 w 121"/>
              <a:gd name="T31" fmla="*/ 171 h 174"/>
              <a:gd name="T32" fmla="*/ 108 w 121"/>
              <a:gd name="T33" fmla="*/ 162 h 174"/>
              <a:gd name="T34" fmla="*/ 87 w 121"/>
              <a:gd name="T35" fmla="*/ 124 h 174"/>
              <a:gd name="T36" fmla="*/ 67 w 121"/>
              <a:gd name="T37" fmla="*/ 129 h 174"/>
              <a:gd name="T38" fmla="*/ 54 w 121"/>
              <a:gd name="T39" fmla="*/ 129 h 174"/>
              <a:gd name="T40" fmla="*/ 34 w 121"/>
              <a:gd name="T41" fmla="*/ 124 h 174"/>
              <a:gd name="T42" fmla="*/ 13 w 121"/>
              <a:gd name="T43" fmla="*/ 162 h 174"/>
              <a:gd name="T44" fmla="*/ 8 w 121"/>
              <a:gd name="T45" fmla="*/ 171 h 174"/>
              <a:gd name="T46" fmla="*/ 1 w 121"/>
              <a:gd name="T47" fmla="*/ 168 h 174"/>
              <a:gd name="T48" fmla="*/ 5 w 121"/>
              <a:gd name="T49" fmla="*/ 159 h 174"/>
              <a:gd name="T50" fmla="*/ 19 w 121"/>
              <a:gd name="T51" fmla="*/ 124 h 174"/>
              <a:gd name="T52" fmla="*/ 54 w 121"/>
              <a:gd name="T53" fmla="*/ 115 h 174"/>
              <a:gd name="T54" fmla="*/ 54 w 121"/>
              <a:gd name="T55" fmla="*/ 110 h 174"/>
              <a:gd name="T56" fmla="*/ 67 w 121"/>
              <a:gd name="T57" fmla="*/ 110 h 174"/>
              <a:gd name="T58" fmla="*/ 83 w 121"/>
              <a:gd name="T59" fmla="*/ 115 h 174"/>
              <a:gd name="T60" fmla="*/ 54 w 121"/>
              <a:gd name="T61" fmla="*/ 82 h 174"/>
              <a:gd name="T62" fmla="*/ 54 w 121"/>
              <a:gd name="T63" fmla="*/ 115 h 174"/>
              <a:gd name="T64" fmla="*/ 73 w 121"/>
              <a:gd name="T65" fmla="*/ 39 h 174"/>
              <a:gd name="T66" fmla="*/ 48 w 121"/>
              <a:gd name="T67" fmla="*/ 39 h 174"/>
              <a:gd name="T68" fmla="*/ 48 w 121"/>
              <a:gd name="T69" fmla="*/ 64 h 174"/>
              <a:gd name="T70" fmla="*/ 68 w 121"/>
              <a:gd name="T71" fmla="*/ 68 h 174"/>
              <a:gd name="T72" fmla="*/ 73 w 121"/>
              <a:gd name="T73" fmla="*/ 64 h 174"/>
              <a:gd name="T74" fmla="*/ 73 w 121"/>
              <a:gd name="T75" fmla="*/ 39 h 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21" h="174">
                <a:moveTo>
                  <a:pt x="8" y="124"/>
                </a:moveTo>
                <a:cubicBezTo>
                  <a:pt x="5" y="124"/>
                  <a:pt x="3" y="122"/>
                  <a:pt x="3" y="119"/>
                </a:cubicBezTo>
                <a:cubicBezTo>
                  <a:pt x="3" y="117"/>
                  <a:pt x="5" y="115"/>
                  <a:pt x="8" y="115"/>
                </a:cubicBezTo>
                <a:cubicBezTo>
                  <a:pt x="23" y="115"/>
                  <a:pt x="23" y="115"/>
                  <a:pt x="23" y="115"/>
                </a:cubicBezTo>
                <a:cubicBezTo>
                  <a:pt x="42" y="77"/>
                  <a:pt x="42" y="77"/>
                  <a:pt x="42" y="77"/>
                </a:cubicBezTo>
                <a:cubicBezTo>
                  <a:pt x="41" y="76"/>
                  <a:pt x="40" y="75"/>
                  <a:pt x="38" y="74"/>
                </a:cubicBezTo>
                <a:cubicBezTo>
                  <a:pt x="38" y="74"/>
                  <a:pt x="38" y="74"/>
                  <a:pt x="38" y="74"/>
                </a:cubicBezTo>
                <a:cubicBezTo>
                  <a:pt x="38" y="74"/>
                  <a:pt x="38" y="74"/>
                  <a:pt x="38" y="74"/>
                </a:cubicBezTo>
                <a:cubicBezTo>
                  <a:pt x="33" y="68"/>
                  <a:pt x="29" y="60"/>
                  <a:pt x="29" y="51"/>
                </a:cubicBezTo>
                <a:cubicBezTo>
                  <a:pt x="29" y="43"/>
                  <a:pt x="33" y="35"/>
                  <a:pt x="38" y="29"/>
                </a:cubicBezTo>
                <a:cubicBezTo>
                  <a:pt x="39" y="29"/>
                  <a:pt x="39" y="29"/>
                  <a:pt x="39" y="29"/>
                </a:cubicBezTo>
                <a:cubicBezTo>
                  <a:pt x="43" y="25"/>
                  <a:pt x="48" y="22"/>
                  <a:pt x="54" y="21"/>
                </a:cubicBezTo>
                <a:cubicBezTo>
                  <a:pt x="54" y="7"/>
                  <a:pt x="54" y="7"/>
                  <a:pt x="54" y="7"/>
                </a:cubicBezTo>
                <a:cubicBezTo>
                  <a:pt x="54" y="3"/>
                  <a:pt x="57" y="0"/>
                  <a:pt x="60" y="0"/>
                </a:cubicBezTo>
                <a:cubicBezTo>
                  <a:pt x="64" y="0"/>
                  <a:pt x="67" y="3"/>
                  <a:pt x="67" y="7"/>
                </a:cubicBezTo>
                <a:cubicBezTo>
                  <a:pt x="67" y="21"/>
                  <a:pt x="67" y="21"/>
                  <a:pt x="67" y="21"/>
                </a:cubicBezTo>
                <a:cubicBezTo>
                  <a:pt x="73" y="22"/>
                  <a:pt x="78" y="25"/>
                  <a:pt x="82" y="29"/>
                </a:cubicBezTo>
                <a:cubicBezTo>
                  <a:pt x="88" y="35"/>
                  <a:pt x="92" y="43"/>
                  <a:pt x="92" y="51"/>
                </a:cubicBezTo>
                <a:cubicBezTo>
                  <a:pt x="92" y="60"/>
                  <a:pt x="88" y="68"/>
                  <a:pt x="82" y="74"/>
                </a:cubicBezTo>
                <a:cubicBezTo>
                  <a:pt x="82" y="74"/>
                  <a:pt x="82" y="74"/>
                  <a:pt x="82" y="74"/>
                </a:cubicBezTo>
                <a:cubicBezTo>
                  <a:pt x="81" y="75"/>
                  <a:pt x="80" y="76"/>
                  <a:pt x="79" y="77"/>
                </a:cubicBezTo>
                <a:cubicBezTo>
                  <a:pt x="98" y="115"/>
                  <a:pt x="98" y="115"/>
                  <a:pt x="98" y="115"/>
                </a:cubicBezTo>
                <a:cubicBezTo>
                  <a:pt x="113" y="115"/>
                  <a:pt x="113" y="115"/>
                  <a:pt x="113" y="115"/>
                </a:cubicBezTo>
                <a:cubicBezTo>
                  <a:pt x="116" y="115"/>
                  <a:pt x="117" y="117"/>
                  <a:pt x="117" y="119"/>
                </a:cubicBezTo>
                <a:cubicBezTo>
                  <a:pt x="117" y="122"/>
                  <a:pt x="116" y="124"/>
                  <a:pt x="113" y="124"/>
                </a:cubicBezTo>
                <a:cubicBezTo>
                  <a:pt x="102" y="124"/>
                  <a:pt x="102" y="124"/>
                  <a:pt x="102" y="124"/>
                </a:cubicBezTo>
                <a:cubicBezTo>
                  <a:pt x="116" y="153"/>
                  <a:pt x="116" y="153"/>
                  <a:pt x="116" y="153"/>
                </a:cubicBezTo>
                <a:cubicBezTo>
                  <a:pt x="117" y="155"/>
                  <a:pt x="117" y="157"/>
                  <a:pt x="116" y="159"/>
                </a:cubicBezTo>
                <a:cubicBezTo>
                  <a:pt x="117" y="162"/>
                  <a:pt x="117" y="162"/>
                  <a:pt x="117" y="162"/>
                </a:cubicBezTo>
                <a:cubicBezTo>
                  <a:pt x="120" y="168"/>
                  <a:pt x="120" y="168"/>
                  <a:pt x="120" y="168"/>
                </a:cubicBezTo>
                <a:cubicBezTo>
                  <a:pt x="121" y="170"/>
                  <a:pt x="120" y="172"/>
                  <a:pt x="118" y="173"/>
                </a:cubicBezTo>
                <a:cubicBezTo>
                  <a:pt x="116" y="174"/>
                  <a:pt x="114" y="173"/>
                  <a:pt x="113" y="171"/>
                </a:cubicBezTo>
                <a:cubicBezTo>
                  <a:pt x="110" y="165"/>
                  <a:pt x="110" y="165"/>
                  <a:pt x="110" y="165"/>
                </a:cubicBezTo>
                <a:cubicBezTo>
                  <a:pt x="108" y="162"/>
                  <a:pt x="108" y="162"/>
                  <a:pt x="108" y="162"/>
                </a:cubicBezTo>
                <a:cubicBezTo>
                  <a:pt x="106" y="162"/>
                  <a:pt x="104" y="160"/>
                  <a:pt x="103" y="158"/>
                </a:cubicBezTo>
                <a:cubicBezTo>
                  <a:pt x="87" y="124"/>
                  <a:pt x="87" y="124"/>
                  <a:pt x="87" y="124"/>
                </a:cubicBezTo>
                <a:cubicBezTo>
                  <a:pt x="67" y="124"/>
                  <a:pt x="67" y="124"/>
                  <a:pt x="67" y="124"/>
                </a:cubicBezTo>
                <a:cubicBezTo>
                  <a:pt x="67" y="129"/>
                  <a:pt x="67" y="129"/>
                  <a:pt x="67" y="129"/>
                </a:cubicBezTo>
                <a:cubicBezTo>
                  <a:pt x="67" y="132"/>
                  <a:pt x="64" y="136"/>
                  <a:pt x="60" y="136"/>
                </a:cubicBezTo>
                <a:cubicBezTo>
                  <a:pt x="57" y="136"/>
                  <a:pt x="54" y="132"/>
                  <a:pt x="54" y="129"/>
                </a:cubicBezTo>
                <a:cubicBezTo>
                  <a:pt x="54" y="124"/>
                  <a:pt x="54" y="124"/>
                  <a:pt x="54" y="124"/>
                </a:cubicBezTo>
                <a:cubicBezTo>
                  <a:pt x="34" y="124"/>
                  <a:pt x="34" y="124"/>
                  <a:pt x="34" y="124"/>
                </a:cubicBezTo>
                <a:cubicBezTo>
                  <a:pt x="17" y="158"/>
                  <a:pt x="17" y="158"/>
                  <a:pt x="17" y="158"/>
                </a:cubicBezTo>
                <a:cubicBezTo>
                  <a:pt x="16" y="160"/>
                  <a:pt x="15" y="162"/>
                  <a:pt x="13" y="162"/>
                </a:cubicBezTo>
                <a:cubicBezTo>
                  <a:pt x="11" y="165"/>
                  <a:pt x="11" y="165"/>
                  <a:pt x="11" y="165"/>
                </a:cubicBezTo>
                <a:cubicBezTo>
                  <a:pt x="8" y="171"/>
                  <a:pt x="8" y="171"/>
                  <a:pt x="8" y="171"/>
                </a:cubicBezTo>
                <a:cubicBezTo>
                  <a:pt x="7" y="173"/>
                  <a:pt x="5" y="174"/>
                  <a:pt x="3" y="173"/>
                </a:cubicBezTo>
                <a:cubicBezTo>
                  <a:pt x="1" y="172"/>
                  <a:pt x="0" y="170"/>
                  <a:pt x="1" y="168"/>
                </a:cubicBezTo>
                <a:cubicBezTo>
                  <a:pt x="4" y="162"/>
                  <a:pt x="4" y="162"/>
                  <a:pt x="4" y="162"/>
                </a:cubicBezTo>
                <a:cubicBezTo>
                  <a:pt x="5" y="159"/>
                  <a:pt x="5" y="159"/>
                  <a:pt x="5" y="159"/>
                </a:cubicBezTo>
                <a:cubicBezTo>
                  <a:pt x="4" y="157"/>
                  <a:pt x="4" y="155"/>
                  <a:pt x="5" y="153"/>
                </a:cubicBezTo>
                <a:cubicBezTo>
                  <a:pt x="19" y="124"/>
                  <a:pt x="19" y="124"/>
                  <a:pt x="19" y="124"/>
                </a:cubicBezTo>
                <a:cubicBezTo>
                  <a:pt x="8" y="124"/>
                  <a:pt x="8" y="124"/>
                  <a:pt x="8" y="124"/>
                </a:cubicBezTo>
                <a:close/>
                <a:moveTo>
                  <a:pt x="54" y="115"/>
                </a:moveTo>
                <a:cubicBezTo>
                  <a:pt x="54" y="115"/>
                  <a:pt x="54" y="115"/>
                  <a:pt x="54" y="115"/>
                </a:cubicBezTo>
                <a:cubicBezTo>
                  <a:pt x="54" y="110"/>
                  <a:pt x="54" y="110"/>
                  <a:pt x="54" y="110"/>
                </a:cubicBezTo>
                <a:cubicBezTo>
                  <a:pt x="54" y="107"/>
                  <a:pt x="57" y="103"/>
                  <a:pt x="60" y="103"/>
                </a:cubicBezTo>
                <a:cubicBezTo>
                  <a:pt x="64" y="103"/>
                  <a:pt x="67" y="107"/>
                  <a:pt x="67" y="110"/>
                </a:cubicBezTo>
                <a:cubicBezTo>
                  <a:pt x="67" y="115"/>
                  <a:pt x="67" y="115"/>
                  <a:pt x="67" y="115"/>
                </a:cubicBezTo>
                <a:cubicBezTo>
                  <a:pt x="83" y="115"/>
                  <a:pt x="83" y="115"/>
                  <a:pt x="83" y="115"/>
                </a:cubicBezTo>
                <a:cubicBezTo>
                  <a:pt x="67" y="82"/>
                  <a:pt x="67" y="82"/>
                  <a:pt x="67" y="82"/>
                </a:cubicBezTo>
                <a:cubicBezTo>
                  <a:pt x="63" y="83"/>
                  <a:pt x="58" y="83"/>
                  <a:pt x="54" y="82"/>
                </a:cubicBezTo>
                <a:cubicBezTo>
                  <a:pt x="38" y="115"/>
                  <a:pt x="38" y="115"/>
                  <a:pt x="38" y="115"/>
                </a:cubicBezTo>
                <a:cubicBezTo>
                  <a:pt x="54" y="115"/>
                  <a:pt x="54" y="115"/>
                  <a:pt x="54" y="115"/>
                </a:cubicBezTo>
                <a:close/>
                <a:moveTo>
                  <a:pt x="73" y="39"/>
                </a:moveTo>
                <a:cubicBezTo>
                  <a:pt x="73" y="39"/>
                  <a:pt x="73" y="39"/>
                  <a:pt x="73" y="39"/>
                </a:cubicBezTo>
                <a:cubicBezTo>
                  <a:pt x="66" y="32"/>
                  <a:pt x="55" y="32"/>
                  <a:pt x="48" y="39"/>
                </a:cubicBezTo>
                <a:cubicBezTo>
                  <a:pt x="48" y="39"/>
                  <a:pt x="48" y="39"/>
                  <a:pt x="48" y="39"/>
                </a:cubicBezTo>
                <a:cubicBezTo>
                  <a:pt x="45" y="42"/>
                  <a:pt x="43" y="47"/>
                  <a:pt x="43" y="51"/>
                </a:cubicBezTo>
                <a:cubicBezTo>
                  <a:pt x="43" y="56"/>
                  <a:pt x="45" y="61"/>
                  <a:pt x="48" y="64"/>
                </a:cubicBezTo>
                <a:cubicBezTo>
                  <a:pt x="53" y="69"/>
                  <a:pt x="61" y="71"/>
                  <a:pt x="67" y="68"/>
                </a:cubicBezTo>
                <a:cubicBezTo>
                  <a:pt x="68" y="68"/>
                  <a:pt x="68" y="68"/>
                  <a:pt x="68" y="68"/>
                </a:cubicBezTo>
                <a:cubicBezTo>
                  <a:pt x="69" y="67"/>
                  <a:pt x="71" y="66"/>
                  <a:pt x="73" y="64"/>
                </a:cubicBezTo>
                <a:cubicBezTo>
                  <a:pt x="73" y="64"/>
                  <a:pt x="73" y="64"/>
                  <a:pt x="73" y="64"/>
                </a:cubicBezTo>
                <a:cubicBezTo>
                  <a:pt x="76" y="61"/>
                  <a:pt x="78" y="56"/>
                  <a:pt x="78" y="51"/>
                </a:cubicBezTo>
                <a:cubicBezTo>
                  <a:pt x="78" y="47"/>
                  <a:pt x="76" y="42"/>
                  <a:pt x="73" y="39"/>
                </a:cubicBezTo>
                <a:cubicBezTo>
                  <a:pt x="73" y="39"/>
                  <a:pt x="73" y="39"/>
                  <a:pt x="73" y="39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3" name="Freeform 13"/>
          <p:cNvSpPr>
            <a:spLocks noEditPoints="1"/>
          </p:cNvSpPr>
          <p:nvPr/>
        </p:nvSpPr>
        <p:spPr bwMode="auto">
          <a:xfrm>
            <a:off x="1100223" y="2059245"/>
            <a:ext cx="349030" cy="289858"/>
          </a:xfrm>
          <a:custGeom>
            <a:avLst/>
            <a:gdLst>
              <a:gd name="T0" fmla="*/ 111 w 197"/>
              <a:gd name="T1" fmla="*/ 11 h 164"/>
              <a:gd name="T2" fmla="*/ 0 w 197"/>
              <a:gd name="T3" fmla="*/ 15 h 164"/>
              <a:gd name="T4" fmla="*/ 105 w 197"/>
              <a:gd name="T5" fmla="*/ 164 h 164"/>
              <a:gd name="T6" fmla="*/ 136 w 197"/>
              <a:gd name="T7" fmla="*/ 159 h 164"/>
              <a:gd name="T8" fmla="*/ 196 w 197"/>
              <a:gd name="T9" fmla="*/ 142 h 164"/>
              <a:gd name="T10" fmla="*/ 52 w 197"/>
              <a:gd name="T11" fmla="*/ 150 h 164"/>
              <a:gd name="T12" fmla="*/ 52 w 197"/>
              <a:gd name="T13" fmla="*/ 22 h 164"/>
              <a:gd name="T14" fmla="*/ 99 w 197"/>
              <a:gd name="T15" fmla="*/ 150 h 164"/>
              <a:gd name="T16" fmla="*/ 99 w 197"/>
              <a:gd name="T17" fmla="*/ 22 h 164"/>
              <a:gd name="T18" fmla="*/ 147 w 197"/>
              <a:gd name="T19" fmla="*/ 149 h 164"/>
              <a:gd name="T20" fmla="*/ 181 w 197"/>
              <a:gd name="T21" fmla="*/ 139 h 164"/>
              <a:gd name="T22" fmla="*/ 23 w 197"/>
              <a:gd name="T23" fmla="*/ 133 h 164"/>
              <a:gd name="T24" fmla="*/ 42 w 197"/>
              <a:gd name="T25" fmla="*/ 134 h 164"/>
              <a:gd name="T26" fmla="*/ 43 w 197"/>
              <a:gd name="T27" fmla="*/ 114 h 164"/>
              <a:gd name="T28" fmla="*/ 23 w 197"/>
              <a:gd name="T29" fmla="*/ 114 h 164"/>
              <a:gd name="T30" fmla="*/ 29 w 197"/>
              <a:gd name="T31" fmla="*/ 120 h 164"/>
              <a:gd name="T32" fmla="*/ 37 w 197"/>
              <a:gd name="T33" fmla="*/ 120 h 164"/>
              <a:gd name="T34" fmla="*/ 37 w 197"/>
              <a:gd name="T35" fmla="*/ 128 h 164"/>
              <a:gd name="T36" fmla="*/ 29 w 197"/>
              <a:gd name="T37" fmla="*/ 127 h 164"/>
              <a:gd name="T38" fmla="*/ 32 w 197"/>
              <a:gd name="T39" fmla="*/ 91 h 164"/>
              <a:gd name="T40" fmla="*/ 36 w 197"/>
              <a:gd name="T41" fmla="*/ 38 h 164"/>
              <a:gd name="T42" fmla="*/ 28 w 197"/>
              <a:gd name="T43" fmla="*/ 87 h 164"/>
              <a:gd name="T44" fmla="*/ 134 w 197"/>
              <a:gd name="T45" fmla="*/ 31 h 164"/>
              <a:gd name="T46" fmla="*/ 149 w 197"/>
              <a:gd name="T47" fmla="*/ 86 h 164"/>
              <a:gd name="T48" fmla="*/ 134 w 197"/>
              <a:gd name="T49" fmla="*/ 31 h 164"/>
              <a:gd name="T50" fmla="*/ 69 w 197"/>
              <a:gd name="T51" fmla="*/ 133 h 164"/>
              <a:gd name="T52" fmla="*/ 88 w 197"/>
              <a:gd name="T53" fmla="*/ 133 h 164"/>
              <a:gd name="T54" fmla="*/ 79 w 197"/>
              <a:gd name="T55" fmla="*/ 110 h 164"/>
              <a:gd name="T56" fmla="*/ 65 w 197"/>
              <a:gd name="T57" fmla="*/ 124 h 164"/>
              <a:gd name="T58" fmla="*/ 75 w 197"/>
              <a:gd name="T59" fmla="*/ 120 h 164"/>
              <a:gd name="T60" fmla="*/ 82 w 197"/>
              <a:gd name="T61" fmla="*/ 120 h 164"/>
              <a:gd name="T62" fmla="*/ 82 w 197"/>
              <a:gd name="T63" fmla="*/ 128 h 164"/>
              <a:gd name="T64" fmla="*/ 74 w 197"/>
              <a:gd name="T65" fmla="*/ 127 h 164"/>
              <a:gd name="T66" fmla="*/ 81 w 197"/>
              <a:gd name="T67" fmla="*/ 91 h 164"/>
              <a:gd name="T68" fmla="*/ 85 w 197"/>
              <a:gd name="T69" fmla="*/ 38 h 164"/>
              <a:gd name="T70" fmla="*/ 77 w 197"/>
              <a:gd name="T71" fmla="*/ 87 h 164"/>
              <a:gd name="T72" fmla="*/ 148 w 197"/>
              <a:gd name="T73" fmla="*/ 109 h 164"/>
              <a:gd name="T74" fmla="*/ 148 w 197"/>
              <a:gd name="T75" fmla="*/ 128 h 164"/>
              <a:gd name="T76" fmla="*/ 167 w 197"/>
              <a:gd name="T77" fmla="*/ 128 h 164"/>
              <a:gd name="T78" fmla="*/ 168 w 197"/>
              <a:gd name="T79" fmla="*/ 109 h 164"/>
              <a:gd name="T80" fmla="*/ 158 w 197"/>
              <a:gd name="T81" fmla="*/ 105 h 164"/>
              <a:gd name="T82" fmla="*/ 154 w 197"/>
              <a:gd name="T83" fmla="*/ 114 h 164"/>
              <a:gd name="T84" fmla="*/ 163 w 197"/>
              <a:gd name="T85" fmla="*/ 118 h 164"/>
              <a:gd name="T86" fmla="*/ 154 w 197"/>
              <a:gd name="T87" fmla="*/ 122 h 164"/>
              <a:gd name="T88" fmla="*/ 154 w 197"/>
              <a:gd name="T89" fmla="*/ 11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97" h="164">
                <a:moveTo>
                  <a:pt x="159" y="6"/>
                </a:moveTo>
                <a:cubicBezTo>
                  <a:pt x="158" y="2"/>
                  <a:pt x="155" y="0"/>
                  <a:pt x="151" y="1"/>
                </a:cubicBezTo>
                <a:cubicBezTo>
                  <a:pt x="111" y="11"/>
                  <a:pt x="111" y="11"/>
                  <a:pt x="111" y="11"/>
                </a:cubicBezTo>
                <a:cubicBezTo>
                  <a:pt x="110" y="10"/>
                  <a:pt x="108" y="8"/>
                  <a:pt x="105" y="8"/>
                </a:cubicBezTo>
                <a:cubicBezTo>
                  <a:pt x="7" y="8"/>
                  <a:pt x="7" y="8"/>
                  <a:pt x="7" y="8"/>
                </a:cubicBezTo>
                <a:cubicBezTo>
                  <a:pt x="3" y="8"/>
                  <a:pt x="0" y="11"/>
                  <a:pt x="0" y="15"/>
                </a:cubicBezTo>
                <a:cubicBezTo>
                  <a:pt x="0" y="157"/>
                  <a:pt x="0" y="157"/>
                  <a:pt x="0" y="157"/>
                </a:cubicBezTo>
                <a:cubicBezTo>
                  <a:pt x="0" y="161"/>
                  <a:pt x="3" y="164"/>
                  <a:pt x="7" y="164"/>
                </a:cubicBezTo>
                <a:cubicBezTo>
                  <a:pt x="105" y="164"/>
                  <a:pt x="105" y="164"/>
                  <a:pt x="105" y="164"/>
                </a:cubicBezTo>
                <a:cubicBezTo>
                  <a:pt x="109" y="164"/>
                  <a:pt x="112" y="161"/>
                  <a:pt x="112" y="157"/>
                </a:cubicBezTo>
                <a:cubicBezTo>
                  <a:pt x="112" y="71"/>
                  <a:pt x="112" y="71"/>
                  <a:pt x="112" y="71"/>
                </a:cubicBezTo>
                <a:cubicBezTo>
                  <a:pt x="136" y="159"/>
                  <a:pt x="136" y="159"/>
                  <a:pt x="136" y="159"/>
                </a:cubicBezTo>
                <a:cubicBezTo>
                  <a:pt x="136" y="162"/>
                  <a:pt x="140" y="164"/>
                  <a:pt x="144" y="163"/>
                </a:cubicBezTo>
                <a:cubicBezTo>
                  <a:pt x="191" y="151"/>
                  <a:pt x="191" y="151"/>
                  <a:pt x="191" y="151"/>
                </a:cubicBezTo>
                <a:cubicBezTo>
                  <a:pt x="195" y="150"/>
                  <a:pt x="197" y="146"/>
                  <a:pt x="196" y="142"/>
                </a:cubicBezTo>
                <a:cubicBezTo>
                  <a:pt x="159" y="6"/>
                  <a:pt x="159" y="6"/>
                  <a:pt x="159" y="6"/>
                </a:cubicBezTo>
                <a:close/>
                <a:moveTo>
                  <a:pt x="52" y="150"/>
                </a:moveTo>
                <a:cubicBezTo>
                  <a:pt x="52" y="150"/>
                  <a:pt x="52" y="150"/>
                  <a:pt x="52" y="150"/>
                </a:cubicBezTo>
                <a:cubicBezTo>
                  <a:pt x="14" y="150"/>
                  <a:pt x="14" y="150"/>
                  <a:pt x="14" y="150"/>
                </a:cubicBezTo>
                <a:cubicBezTo>
                  <a:pt x="14" y="22"/>
                  <a:pt x="14" y="22"/>
                  <a:pt x="14" y="22"/>
                </a:cubicBezTo>
                <a:cubicBezTo>
                  <a:pt x="52" y="22"/>
                  <a:pt x="52" y="22"/>
                  <a:pt x="52" y="22"/>
                </a:cubicBezTo>
                <a:cubicBezTo>
                  <a:pt x="52" y="150"/>
                  <a:pt x="52" y="150"/>
                  <a:pt x="52" y="150"/>
                </a:cubicBezTo>
                <a:close/>
                <a:moveTo>
                  <a:pt x="99" y="150"/>
                </a:moveTo>
                <a:cubicBezTo>
                  <a:pt x="99" y="150"/>
                  <a:pt x="99" y="150"/>
                  <a:pt x="99" y="150"/>
                </a:cubicBezTo>
                <a:cubicBezTo>
                  <a:pt x="60" y="150"/>
                  <a:pt x="60" y="150"/>
                  <a:pt x="60" y="150"/>
                </a:cubicBezTo>
                <a:cubicBezTo>
                  <a:pt x="60" y="22"/>
                  <a:pt x="60" y="22"/>
                  <a:pt x="60" y="22"/>
                </a:cubicBezTo>
                <a:cubicBezTo>
                  <a:pt x="99" y="22"/>
                  <a:pt x="99" y="22"/>
                  <a:pt x="99" y="22"/>
                </a:cubicBezTo>
                <a:cubicBezTo>
                  <a:pt x="99" y="150"/>
                  <a:pt x="99" y="150"/>
                  <a:pt x="99" y="150"/>
                </a:cubicBezTo>
                <a:close/>
                <a:moveTo>
                  <a:pt x="147" y="149"/>
                </a:moveTo>
                <a:cubicBezTo>
                  <a:pt x="147" y="149"/>
                  <a:pt x="147" y="149"/>
                  <a:pt x="147" y="149"/>
                </a:cubicBezTo>
                <a:cubicBezTo>
                  <a:pt x="114" y="25"/>
                  <a:pt x="114" y="25"/>
                  <a:pt x="114" y="25"/>
                </a:cubicBezTo>
                <a:cubicBezTo>
                  <a:pt x="148" y="16"/>
                  <a:pt x="148" y="16"/>
                  <a:pt x="148" y="16"/>
                </a:cubicBezTo>
                <a:cubicBezTo>
                  <a:pt x="181" y="139"/>
                  <a:pt x="181" y="139"/>
                  <a:pt x="181" y="139"/>
                </a:cubicBezTo>
                <a:cubicBezTo>
                  <a:pt x="147" y="149"/>
                  <a:pt x="147" y="149"/>
                  <a:pt x="147" y="149"/>
                </a:cubicBezTo>
                <a:close/>
                <a:moveTo>
                  <a:pt x="23" y="133"/>
                </a:moveTo>
                <a:cubicBezTo>
                  <a:pt x="23" y="133"/>
                  <a:pt x="23" y="133"/>
                  <a:pt x="23" y="133"/>
                </a:cubicBezTo>
                <a:cubicBezTo>
                  <a:pt x="23" y="133"/>
                  <a:pt x="23" y="133"/>
                  <a:pt x="23" y="133"/>
                </a:cubicBezTo>
                <a:cubicBezTo>
                  <a:pt x="26" y="136"/>
                  <a:pt x="29" y="137"/>
                  <a:pt x="33" y="137"/>
                </a:cubicBezTo>
                <a:cubicBezTo>
                  <a:pt x="37" y="137"/>
                  <a:pt x="40" y="136"/>
                  <a:pt x="42" y="134"/>
                </a:cubicBezTo>
                <a:cubicBezTo>
                  <a:pt x="43" y="133"/>
                  <a:pt x="43" y="133"/>
                  <a:pt x="43" y="133"/>
                </a:cubicBezTo>
                <a:cubicBezTo>
                  <a:pt x="45" y="131"/>
                  <a:pt x="47" y="127"/>
                  <a:pt x="47" y="124"/>
                </a:cubicBezTo>
                <a:cubicBezTo>
                  <a:pt x="47" y="120"/>
                  <a:pt x="45" y="116"/>
                  <a:pt x="43" y="114"/>
                </a:cubicBezTo>
                <a:cubicBezTo>
                  <a:pt x="42" y="114"/>
                  <a:pt x="42" y="114"/>
                  <a:pt x="42" y="114"/>
                </a:cubicBezTo>
                <a:cubicBezTo>
                  <a:pt x="40" y="112"/>
                  <a:pt x="37" y="110"/>
                  <a:pt x="33" y="110"/>
                </a:cubicBezTo>
                <a:cubicBezTo>
                  <a:pt x="29" y="110"/>
                  <a:pt x="26" y="112"/>
                  <a:pt x="23" y="114"/>
                </a:cubicBezTo>
                <a:cubicBezTo>
                  <a:pt x="21" y="116"/>
                  <a:pt x="19" y="120"/>
                  <a:pt x="19" y="124"/>
                </a:cubicBezTo>
                <a:cubicBezTo>
                  <a:pt x="19" y="127"/>
                  <a:pt x="21" y="131"/>
                  <a:pt x="23" y="133"/>
                </a:cubicBezTo>
                <a:close/>
                <a:moveTo>
                  <a:pt x="29" y="120"/>
                </a:moveTo>
                <a:cubicBezTo>
                  <a:pt x="29" y="120"/>
                  <a:pt x="29" y="120"/>
                  <a:pt x="29" y="120"/>
                </a:cubicBezTo>
                <a:cubicBezTo>
                  <a:pt x="30" y="119"/>
                  <a:pt x="31" y="118"/>
                  <a:pt x="33" y="118"/>
                </a:cubicBezTo>
                <a:cubicBezTo>
                  <a:pt x="34" y="118"/>
                  <a:pt x="36" y="119"/>
                  <a:pt x="37" y="120"/>
                </a:cubicBezTo>
                <a:cubicBezTo>
                  <a:pt x="37" y="120"/>
                  <a:pt x="37" y="120"/>
                  <a:pt x="37" y="120"/>
                </a:cubicBezTo>
                <a:cubicBezTo>
                  <a:pt x="38" y="121"/>
                  <a:pt x="38" y="122"/>
                  <a:pt x="38" y="124"/>
                </a:cubicBezTo>
                <a:cubicBezTo>
                  <a:pt x="38" y="125"/>
                  <a:pt x="38" y="127"/>
                  <a:pt x="37" y="128"/>
                </a:cubicBezTo>
                <a:cubicBezTo>
                  <a:pt x="36" y="129"/>
                  <a:pt x="34" y="129"/>
                  <a:pt x="33" y="129"/>
                </a:cubicBezTo>
                <a:cubicBezTo>
                  <a:pt x="31" y="129"/>
                  <a:pt x="30" y="129"/>
                  <a:pt x="29" y="128"/>
                </a:cubicBezTo>
                <a:cubicBezTo>
                  <a:pt x="29" y="127"/>
                  <a:pt x="29" y="127"/>
                  <a:pt x="29" y="127"/>
                </a:cubicBezTo>
                <a:cubicBezTo>
                  <a:pt x="28" y="126"/>
                  <a:pt x="27" y="125"/>
                  <a:pt x="27" y="124"/>
                </a:cubicBezTo>
                <a:cubicBezTo>
                  <a:pt x="27" y="122"/>
                  <a:pt x="28" y="121"/>
                  <a:pt x="29" y="120"/>
                </a:cubicBezTo>
                <a:close/>
                <a:moveTo>
                  <a:pt x="32" y="91"/>
                </a:moveTo>
                <a:cubicBezTo>
                  <a:pt x="32" y="91"/>
                  <a:pt x="32" y="91"/>
                  <a:pt x="32" y="91"/>
                </a:cubicBezTo>
                <a:cubicBezTo>
                  <a:pt x="34" y="91"/>
                  <a:pt x="36" y="89"/>
                  <a:pt x="36" y="87"/>
                </a:cubicBezTo>
                <a:cubicBezTo>
                  <a:pt x="36" y="38"/>
                  <a:pt x="36" y="38"/>
                  <a:pt x="36" y="38"/>
                </a:cubicBezTo>
                <a:cubicBezTo>
                  <a:pt x="36" y="35"/>
                  <a:pt x="34" y="34"/>
                  <a:pt x="32" y="34"/>
                </a:cubicBezTo>
                <a:cubicBezTo>
                  <a:pt x="29" y="34"/>
                  <a:pt x="28" y="35"/>
                  <a:pt x="28" y="38"/>
                </a:cubicBezTo>
                <a:cubicBezTo>
                  <a:pt x="28" y="87"/>
                  <a:pt x="28" y="87"/>
                  <a:pt x="28" y="87"/>
                </a:cubicBezTo>
                <a:cubicBezTo>
                  <a:pt x="28" y="89"/>
                  <a:pt x="29" y="91"/>
                  <a:pt x="32" y="91"/>
                </a:cubicBezTo>
                <a:close/>
                <a:moveTo>
                  <a:pt x="134" y="31"/>
                </a:moveTo>
                <a:cubicBezTo>
                  <a:pt x="134" y="31"/>
                  <a:pt x="134" y="31"/>
                  <a:pt x="134" y="31"/>
                </a:cubicBezTo>
                <a:cubicBezTo>
                  <a:pt x="132" y="32"/>
                  <a:pt x="131" y="34"/>
                  <a:pt x="131" y="36"/>
                </a:cubicBezTo>
                <a:cubicBezTo>
                  <a:pt x="144" y="84"/>
                  <a:pt x="144" y="84"/>
                  <a:pt x="144" y="84"/>
                </a:cubicBezTo>
                <a:cubicBezTo>
                  <a:pt x="144" y="86"/>
                  <a:pt x="146" y="87"/>
                  <a:pt x="149" y="86"/>
                </a:cubicBezTo>
                <a:cubicBezTo>
                  <a:pt x="151" y="86"/>
                  <a:pt x="152" y="84"/>
                  <a:pt x="152" y="82"/>
                </a:cubicBezTo>
                <a:cubicBezTo>
                  <a:pt x="139" y="34"/>
                  <a:pt x="139" y="34"/>
                  <a:pt x="139" y="34"/>
                </a:cubicBezTo>
                <a:cubicBezTo>
                  <a:pt x="138" y="32"/>
                  <a:pt x="136" y="31"/>
                  <a:pt x="134" y="31"/>
                </a:cubicBezTo>
                <a:close/>
                <a:moveTo>
                  <a:pt x="69" y="133"/>
                </a:moveTo>
                <a:cubicBezTo>
                  <a:pt x="69" y="133"/>
                  <a:pt x="69" y="133"/>
                  <a:pt x="69" y="133"/>
                </a:cubicBezTo>
                <a:cubicBezTo>
                  <a:pt x="69" y="133"/>
                  <a:pt x="69" y="133"/>
                  <a:pt x="69" y="133"/>
                </a:cubicBezTo>
                <a:cubicBezTo>
                  <a:pt x="71" y="136"/>
                  <a:pt x="75" y="137"/>
                  <a:pt x="79" y="137"/>
                </a:cubicBezTo>
                <a:cubicBezTo>
                  <a:pt x="82" y="137"/>
                  <a:pt x="86" y="136"/>
                  <a:pt x="88" y="134"/>
                </a:cubicBezTo>
                <a:cubicBezTo>
                  <a:pt x="88" y="133"/>
                  <a:pt x="88" y="133"/>
                  <a:pt x="88" y="133"/>
                </a:cubicBezTo>
                <a:cubicBezTo>
                  <a:pt x="91" y="131"/>
                  <a:pt x="92" y="127"/>
                  <a:pt x="92" y="124"/>
                </a:cubicBezTo>
                <a:cubicBezTo>
                  <a:pt x="92" y="120"/>
                  <a:pt x="91" y="116"/>
                  <a:pt x="88" y="114"/>
                </a:cubicBezTo>
                <a:cubicBezTo>
                  <a:pt x="86" y="112"/>
                  <a:pt x="82" y="110"/>
                  <a:pt x="79" y="110"/>
                </a:cubicBezTo>
                <a:cubicBezTo>
                  <a:pt x="75" y="110"/>
                  <a:pt x="71" y="112"/>
                  <a:pt x="69" y="114"/>
                </a:cubicBezTo>
                <a:cubicBezTo>
                  <a:pt x="69" y="114"/>
                  <a:pt x="69" y="114"/>
                  <a:pt x="69" y="114"/>
                </a:cubicBezTo>
                <a:cubicBezTo>
                  <a:pt x="66" y="116"/>
                  <a:pt x="65" y="120"/>
                  <a:pt x="65" y="124"/>
                </a:cubicBezTo>
                <a:cubicBezTo>
                  <a:pt x="65" y="127"/>
                  <a:pt x="66" y="131"/>
                  <a:pt x="69" y="133"/>
                </a:cubicBezTo>
                <a:close/>
                <a:moveTo>
                  <a:pt x="75" y="120"/>
                </a:moveTo>
                <a:cubicBezTo>
                  <a:pt x="75" y="120"/>
                  <a:pt x="75" y="120"/>
                  <a:pt x="75" y="120"/>
                </a:cubicBezTo>
                <a:cubicBezTo>
                  <a:pt x="76" y="119"/>
                  <a:pt x="77" y="118"/>
                  <a:pt x="79" y="118"/>
                </a:cubicBezTo>
                <a:cubicBezTo>
                  <a:pt x="80" y="118"/>
                  <a:pt x="81" y="119"/>
                  <a:pt x="82" y="120"/>
                </a:cubicBezTo>
                <a:cubicBezTo>
                  <a:pt x="82" y="120"/>
                  <a:pt x="82" y="120"/>
                  <a:pt x="82" y="120"/>
                </a:cubicBezTo>
                <a:cubicBezTo>
                  <a:pt x="84" y="121"/>
                  <a:pt x="84" y="122"/>
                  <a:pt x="84" y="124"/>
                </a:cubicBezTo>
                <a:cubicBezTo>
                  <a:pt x="84" y="125"/>
                  <a:pt x="84" y="127"/>
                  <a:pt x="83" y="128"/>
                </a:cubicBezTo>
                <a:cubicBezTo>
                  <a:pt x="82" y="128"/>
                  <a:pt x="82" y="128"/>
                  <a:pt x="82" y="128"/>
                </a:cubicBezTo>
                <a:cubicBezTo>
                  <a:pt x="81" y="129"/>
                  <a:pt x="80" y="129"/>
                  <a:pt x="79" y="129"/>
                </a:cubicBezTo>
                <a:cubicBezTo>
                  <a:pt x="77" y="129"/>
                  <a:pt x="76" y="129"/>
                  <a:pt x="75" y="128"/>
                </a:cubicBezTo>
                <a:cubicBezTo>
                  <a:pt x="74" y="127"/>
                  <a:pt x="74" y="127"/>
                  <a:pt x="74" y="127"/>
                </a:cubicBezTo>
                <a:cubicBezTo>
                  <a:pt x="74" y="126"/>
                  <a:pt x="73" y="125"/>
                  <a:pt x="73" y="124"/>
                </a:cubicBezTo>
                <a:cubicBezTo>
                  <a:pt x="73" y="122"/>
                  <a:pt x="74" y="121"/>
                  <a:pt x="75" y="120"/>
                </a:cubicBezTo>
                <a:close/>
                <a:moveTo>
                  <a:pt x="81" y="91"/>
                </a:moveTo>
                <a:cubicBezTo>
                  <a:pt x="81" y="91"/>
                  <a:pt x="81" y="91"/>
                  <a:pt x="81" y="91"/>
                </a:cubicBezTo>
                <a:cubicBezTo>
                  <a:pt x="83" y="91"/>
                  <a:pt x="85" y="89"/>
                  <a:pt x="85" y="87"/>
                </a:cubicBezTo>
                <a:cubicBezTo>
                  <a:pt x="85" y="38"/>
                  <a:pt x="85" y="38"/>
                  <a:pt x="85" y="38"/>
                </a:cubicBezTo>
                <a:cubicBezTo>
                  <a:pt x="85" y="35"/>
                  <a:pt x="83" y="34"/>
                  <a:pt x="81" y="34"/>
                </a:cubicBezTo>
                <a:cubicBezTo>
                  <a:pt x="79" y="34"/>
                  <a:pt x="77" y="35"/>
                  <a:pt x="77" y="38"/>
                </a:cubicBezTo>
                <a:cubicBezTo>
                  <a:pt x="77" y="87"/>
                  <a:pt x="77" y="87"/>
                  <a:pt x="77" y="87"/>
                </a:cubicBezTo>
                <a:cubicBezTo>
                  <a:pt x="77" y="89"/>
                  <a:pt x="79" y="91"/>
                  <a:pt x="81" y="91"/>
                </a:cubicBezTo>
                <a:close/>
                <a:moveTo>
                  <a:pt x="148" y="109"/>
                </a:moveTo>
                <a:cubicBezTo>
                  <a:pt x="148" y="109"/>
                  <a:pt x="148" y="109"/>
                  <a:pt x="148" y="109"/>
                </a:cubicBezTo>
                <a:cubicBezTo>
                  <a:pt x="146" y="111"/>
                  <a:pt x="144" y="114"/>
                  <a:pt x="144" y="118"/>
                </a:cubicBezTo>
                <a:cubicBezTo>
                  <a:pt x="144" y="122"/>
                  <a:pt x="146" y="125"/>
                  <a:pt x="148" y="128"/>
                </a:cubicBezTo>
                <a:cubicBezTo>
                  <a:pt x="148" y="128"/>
                  <a:pt x="148" y="128"/>
                  <a:pt x="148" y="128"/>
                </a:cubicBezTo>
                <a:cubicBezTo>
                  <a:pt x="151" y="130"/>
                  <a:pt x="154" y="132"/>
                  <a:pt x="158" y="132"/>
                </a:cubicBezTo>
                <a:cubicBezTo>
                  <a:pt x="161" y="132"/>
                  <a:pt x="165" y="131"/>
                  <a:pt x="167" y="128"/>
                </a:cubicBezTo>
                <a:cubicBezTo>
                  <a:pt x="167" y="128"/>
                  <a:pt x="167" y="128"/>
                  <a:pt x="167" y="128"/>
                </a:cubicBezTo>
                <a:cubicBezTo>
                  <a:pt x="168" y="128"/>
                  <a:pt x="168" y="128"/>
                  <a:pt x="168" y="128"/>
                </a:cubicBezTo>
                <a:cubicBezTo>
                  <a:pt x="170" y="126"/>
                  <a:pt x="171" y="122"/>
                  <a:pt x="171" y="118"/>
                </a:cubicBezTo>
                <a:cubicBezTo>
                  <a:pt x="171" y="114"/>
                  <a:pt x="170" y="111"/>
                  <a:pt x="168" y="109"/>
                </a:cubicBezTo>
                <a:cubicBezTo>
                  <a:pt x="168" y="109"/>
                  <a:pt x="168" y="109"/>
                  <a:pt x="168" y="109"/>
                </a:cubicBezTo>
                <a:cubicBezTo>
                  <a:pt x="168" y="109"/>
                  <a:pt x="168" y="109"/>
                  <a:pt x="168" y="109"/>
                </a:cubicBezTo>
                <a:cubicBezTo>
                  <a:pt x="165" y="106"/>
                  <a:pt x="162" y="105"/>
                  <a:pt x="158" y="105"/>
                </a:cubicBezTo>
                <a:cubicBezTo>
                  <a:pt x="154" y="105"/>
                  <a:pt x="151" y="106"/>
                  <a:pt x="148" y="109"/>
                </a:cubicBezTo>
                <a:close/>
                <a:moveTo>
                  <a:pt x="154" y="114"/>
                </a:moveTo>
                <a:cubicBezTo>
                  <a:pt x="154" y="114"/>
                  <a:pt x="154" y="114"/>
                  <a:pt x="154" y="114"/>
                </a:cubicBezTo>
                <a:cubicBezTo>
                  <a:pt x="155" y="113"/>
                  <a:pt x="156" y="113"/>
                  <a:pt x="158" y="113"/>
                </a:cubicBezTo>
                <a:cubicBezTo>
                  <a:pt x="159" y="113"/>
                  <a:pt x="161" y="113"/>
                  <a:pt x="162" y="114"/>
                </a:cubicBezTo>
                <a:cubicBezTo>
                  <a:pt x="163" y="115"/>
                  <a:pt x="163" y="117"/>
                  <a:pt x="163" y="118"/>
                </a:cubicBezTo>
                <a:cubicBezTo>
                  <a:pt x="163" y="120"/>
                  <a:pt x="163" y="121"/>
                  <a:pt x="162" y="122"/>
                </a:cubicBezTo>
                <a:cubicBezTo>
                  <a:pt x="161" y="123"/>
                  <a:pt x="159" y="124"/>
                  <a:pt x="158" y="124"/>
                </a:cubicBezTo>
                <a:cubicBezTo>
                  <a:pt x="156" y="124"/>
                  <a:pt x="155" y="123"/>
                  <a:pt x="154" y="122"/>
                </a:cubicBezTo>
                <a:cubicBezTo>
                  <a:pt x="154" y="122"/>
                  <a:pt x="154" y="122"/>
                  <a:pt x="154" y="122"/>
                </a:cubicBezTo>
                <a:cubicBezTo>
                  <a:pt x="153" y="121"/>
                  <a:pt x="152" y="120"/>
                  <a:pt x="152" y="118"/>
                </a:cubicBezTo>
                <a:cubicBezTo>
                  <a:pt x="152" y="117"/>
                  <a:pt x="153" y="115"/>
                  <a:pt x="154" y="114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74" name="组合 73"/>
          <p:cNvGrpSpPr/>
          <p:nvPr/>
        </p:nvGrpSpPr>
        <p:grpSpPr>
          <a:xfrm>
            <a:off x="2167164" y="2571750"/>
            <a:ext cx="1512542" cy="1895740"/>
            <a:chOff x="522514" y="3027330"/>
            <a:chExt cx="1512542" cy="1440160"/>
          </a:xfrm>
        </p:grpSpPr>
        <p:sp>
          <p:nvSpPr>
            <p:cNvPr id="75" name="矩形 74"/>
            <p:cNvSpPr/>
            <p:nvPr/>
          </p:nvSpPr>
          <p:spPr>
            <a:xfrm>
              <a:off x="522514" y="3027330"/>
              <a:ext cx="1512542" cy="1440160"/>
            </a:xfrm>
            <a:prstGeom prst="rect">
              <a:avLst/>
            </a:prstGeom>
            <a:solidFill>
              <a:schemeClr val="bg1">
                <a:lumMod val="8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6" name="直接连接符 75"/>
            <p:cNvCxnSpPr/>
            <p:nvPr/>
          </p:nvCxnSpPr>
          <p:spPr>
            <a:xfrm>
              <a:off x="522514" y="3393953"/>
              <a:ext cx="1512542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组合 76"/>
          <p:cNvGrpSpPr/>
          <p:nvPr/>
        </p:nvGrpSpPr>
        <p:grpSpPr>
          <a:xfrm>
            <a:off x="3818164" y="2571750"/>
            <a:ext cx="1512542" cy="1895740"/>
            <a:chOff x="522514" y="3027330"/>
            <a:chExt cx="1512542" cy="1440160"/>
          </a:xfrm>
        </p:grpSpPr>
        <p:sp>
          <p:nvSpPr>
            <p:cNvPr id="78" name="矩形 77"/>
            <p:cNvSpPr/>
            <p:nvPr/>
          </p:nvSpPr>
          <p:spPr>
            <a:xfrm>
              <a:off x="522514" y="3027330"/>
              <a:ext cx="1512542" cy="1440160"/>
            </a:xfrm>
            <a:prstGeom prst="rect">
              <a:avLst/>
            </a:prstGeom>
            <a:solidFill>
              <a:schemeClr val="bg1">
                <a:lumMod val="8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9" name="直接连接符 78"/>
            <p:cNvCxnSpPr/>
            <p:nvPr/>
          </p:nvCxnSpPr>
          <p:spPr>
            <a:xfrm>
              <a:off x="522514" y="3393953"/>
              <a:ext cx="1512542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组合 79"/>
          <p:cNvGrpSpPr/>
          <p:nvPr/>
        </p:nvGrpSpPr>
        <p:grpSpPr>
          <a:xfrm>
            <a:off x="5475514" y="2571750"/>
            <a:ext cx="1512542" cy="1895740"/>
            <a:chOff x="522514" y="3027330"/>
            <a:chExt cx="1512542" cy="1440160"/>
          </a:xfrm>
        </p:grpSpPr>
        <p:sp>
          <p:nvSpPr>
            <p:cNvPr id="81" name="矩形 80"/>
            <p:cNvSpPr/>
            <p:nvPr/>
          </p:nvSpPr>
          <p:spPr>
            <a:xfrm>
              <a:off x="522514" y="3027330"/>
              <a:ext cx="1512542" cy="1440160"/>
            </a:xfrm>
            <a:prstGeom prst="rect">
              <a:avLst/>
            </a:prstGeom>
            <a:solidFill>
              <a:schemeClr val="bg1">
                <a:lumMod val="8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2" name="直接连接符 81"/>
            <p:cNvCxnSpPr/>
            <p:nvPr/>
          </p:nvCxnSpPr>
          <p:spPr>
            <a:xfrm>
              <a:off x="522514" y="3393953"/>
              <a:ext cx="1512542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组合 82"/>
          <p:cNvGrpSpPr/>
          <p:nvPr/>
        </p:nvGrpSpPr>
        <p:grpSpPr>
          <a:xfrm>
            <a:off x="7120164" y="2571750"/>
            <a:ext cx="1512542" cy="1895740"/>
            <a:chOff x="522514" y="3027330"/>
            <a:chExt cx="1512542" cy="1440160"/>
          </a:xfrm>
        </p:grpSpPr>
        <p:sp>
          <p:nvSpPr>
            <p:cNvPr id="84" name="矩形 83"/>
            <p:cNvSpPr/>
            <p:nvPr/>
          </p:nvSpPr>
          <p:spPr>
            <a:xfrm>
              <a:off x="522514" y="3027330"/>
              <a:ext cx="1512542" cy="1440160"/>
            </a:xfrm>
            <a:prstGeom prst="rect">
              <a:avLst/>
            </a:prstGeom>
            <a:solidFill>
              <a:schemeClr val="bg1">
                <a:lumMod val="8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5" name="直接连接符 84"/>
            <p:cNvCxnSpPr/>
            <p:nvPr/>
          </p:nvCxnSpPr>
          <p:spPr>
            <a:xfrm>
              <a:off x="522514" y="3393953"/>
              <a:ext cx="1512542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矩形 58"/>
          <p:cNvSpPr/>
          <p:nvPr/>
        </p:nvSpPr>
        <p:spPr>
          <a:xfrm>
            <a:off x="4223188" y="3111789"/>
            <a:ext cx="697627" cy="7568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编码方式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特征选择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分箱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2506373" y="3111789"/>
            <a:ext cx="825867" cy="5260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缺失值处理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异常值处理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661320" y="3111789"/>
            <a:ext cx="1210588" cy="984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初步分析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查重与缺失值观测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数值型特征分析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标称型特征分析</a:t>
            </a:r>
          </a:p>
        </p:txBody>
      </p:sp>
      <p:sp>
        <p:nvSpPr>
          <p:cNvPr id="62" name="矩形 61"/>
          <p:cNvSpPr/>
          <p:nvPr/>
        </p:nvSpPr>
        <p:spPr>
          <a:xfrm>
            <a:off x="7535347" y="3111789"/>
            <a:ext cx="697627" cy="5260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存在问题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后续展望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5882652" y="3111789"/>
            <a:ext cx="697627" cy="7568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逻辑回归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KNN</a:t>
            </a: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树模型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4171895" y="2667289"/>
            <a:ext cx="8002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特征工程</a:t>
            </a:r>
          </a:p>
        </p:txBody>
      </p:sp>
      <p:sp>
        <p:nvSpPr>
          <p:cNvPr id="65" name="矩形 64"/>
          <p:cNvSpPr/>
          <p:nvPr/>
        </p:nvSpPr>
        <p:spPr>
          <a:xfrm>
            <a:off x="2519198" y="2667289"/>
            <a:ext cx="8002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数据清洗</a:t>
            </a:r>
          </a:p>
        </p:txBody>
      </p:sp>
      <p:sp>
        <p:nvSpPr>
          <p:cNvPr id="66" name="矩形 65"/>
          <p:cNvSpPr/>
          <p:nvPr/>
        </p:nvSpPr>
        <p:spPr>
          <a:xfrm>
            <a:off x="697527" y="2667289"/>
            <a:ext cx="113817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数据特征分析</a:t>
            </a:r>
          </a:p>
        </p:txBody>
      </p:sp>
      <p:sp>
        <p:nvSpPr>
          <p:cNvPr id="67" name="矩形 66"/>
          <p:cNvSpPr/>
          <p:nvPr/>
        </p:nvSpPr>
        <p:spPr>
          <a:xfrm>
            <a:off x="7637937" y="2667289"/>
            <a:ext cx="4924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结语</a:t>
            </a:r>
          </a:p>
        </p:txBody>
      </p:sp>
      <p:sp>
        <p:nvSpPr>
          <p:cNvPr id="68" name="矩形 67"/>
          <p:cNvSpPr/>
          <p:nvPr/>
        </p:nvSpPr>
        <p:spPr>
          <a:xfrm>
            <a:off x="5600526" y="2667289"/>
            <a:ext cx="126188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模型拟合与优化</a:t>
            </a:r>
          </a:p>
        </p:txBody>
      </p:sp>
    </p:spTree>
    <p:extLst>
      <p:ext uri="{BB962C8B-B14F-4D97-AF65-F5344CB8AC3E}">
        <p14:creationId xmlns:p14="http://schemas.microsoft.com/office/powerpoint/2010/main" val="6658356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/>
          <p:cNvSpPr/>
          <p:nvPr/>
        </p:nvSpPr>
        <p:spPr>
          <a:xfrm>
            <a:off x="4788372" y="2676794"/>
            <a:ext cx="870751" cy="7568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编码方式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特征选择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分箱</a:t>
            </a:r>
          </a:p>
        </p:txBody>
      </p:sp>
      <p:sp>
        <p:nvSpPr>
          <p:cNvPr id="39" name="矩形 38"/>
          <p:cNvSpPr/>
          <p:nvPr/>
        </p:nvSpPr>
        <p:spPr>
          <a:xfrm>
            <a:off x="5364088" y="2070506"/>
            <a:ext cx="25202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特征工程</a:t>
            </a:r>
          </a:p>
        </p:txBody>
      </p:sp>
      <p:sp>
        <p:nvSpPr>
          <p:cNvPr id="41" name="矩形 40"/>
          <p:cNvSpPr/>
          <p:nvPr/>
        </p:nvSpPr>
        <p:spPr>
          <a:xfrm>
            <a:off x="4573570" y="1790523"/>
            <a:ext cx="7905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4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03</a:t>
            </a:r>
            <a:endParaRPr lang="zh-CN" altLang="en-US" sz="44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0" y="2517744"/>
            <a:ext cx="9144000" cy="54006"/>
            <a:chOff x="2190216" y="0"/>
            <a:chExt cx="7128792" cy="108012"/>
          </a:xfrm>
        </p:grpSpPr>
        <p:sp>
          <p:nvSpPr>
            <p:cNvPr id="50" name="矩形 49"/>
            <p:cNvSpPr/>
            <p:nvPr/>
          </p:nvSpPr>
          <p:spPr>
            <a:xfrm>
              <a:off x="2190216" y="0"/>
              <a:ext cx="1188132" cy="1080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/>
            <p:cNvSpPr/>
            <p:nvPr/>
          </p:nvSpPr>
          <p:spPr>
            <a:xfrm>
              <a:off x="3378348" y="0"/>
              <a:ext cx="1188132" cy="1080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 55"/>
            <p:cNvSpPr/>
            <p:nvPr/>
          </p:nvSpPr>
          <p:spPr>
            <a:xfrm>
              <a:off x="4566480" y="0"/>
              <a:ext cx="1188132" cy="1080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矩形 56"/>
            <p:cNvSpPr/>
            <p:nvPr/>
          </p:nvSpPr>
          <p:spPr>
            <a:xfrm>
              <a:off x="5754612" y="0"/>
              <a:ext cx="1188132" cy="10801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/>
            <p:cNvSpPr/>
            <p:nvPr/>
          </p:nvSpPr>
          <p:spPr>
            <a:xfrm>
              <a:off x="6942744" y="0"/>
              <a:ext cx="1188132" cy="10801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矩形 73"/>
            <p:cNvSpPr/>
            <p:nvPr/>
          </p:nvSpPr>
          <p:spPr>
            <a:xfrm>
              <a:off x="8130876" y="0"/>
              <a:ext cx="1188132" cy="108012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39"/>
          <p:cNvSpPr>
            <a:spLocks noChangeArrowheads="1"/>
          </p:cNvSpPr>
          <p:nvPr/>
        </p:nvSpPr>
        <p:spPr bwMode="auto">
          <a:xfrm>
            <a:off x="416159" y="278281"/>
            <a:ext cx="2778059" cy="307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编码方式</a:t>
            </a:r>
          </a:p>
        </p:txBody>
      </p:sp>
      <p:grpSp>
        <p:nvGrpSpPr>
          <p:cNvPr id="23" name="组合 22"/>
          <p:cNvGrpSpPr/>
          <p:nvPr/>
        </p:nvGrpSpPr>
        <p:grpSpPr>
          <a:xfrm>
            <a:off x="416158" y="699542"/>
            <a:ext cx="899592" cy="56017"/>
            <a:chOff x="0" y="2842590"/>
            <a:chExt cx="7054752" cy="89199"/>
          </a:xfrm>
        </p:grpSpPr>
        <p:sp>
          <p:nvSpPr>
            <p:cNvPr id="26" name="矩形 25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4" name="图片 23">
            <a:extLst>
              <a:ext uri="{FF2B5EF4-FFF2-40B4-BE49-F238E27FC236}">
                <a16:creationId xmlns:a16="http://schemas.microsoft.com/office/drawing/2014/main" id="{16F3B553-624C-418E-8D1D-90753C0FB5E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21477" y="2119311"/>
            <a:ext cx="2419350" cy="904875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E69D27EA-129A-4029-9F9E-8E66DAFE39E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860032" y="2133599"/>
            <a:ext cx="2962275" cy="876300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20015103-E731-449E-80A6-B58DDD75183A}"/>
              </a:ext>
            </a:extLst>
          </p:cNvPr>
          <p:cNvSpPr txBox="1"/>
          <p:nvPr/>
        </p:nvSpPr>
        <p:spPr>
          <a:xfrm>
            <a:off x="2983524" y="1191647"/>
            <a:ext cx="3240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名义特征？有序特征？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5751BE2-6441-4AA8-9A5C-876DAB538878}"/>
              </a:ext>
            </a:extLst>
          </p:cNvPr>
          <p:cNvSpPr txBox="1"/>
          <p:nvPr/>
        </p:nvSpPr>
        <p:spPr>
          <a:xfrm>
            <a:off x="3635896" y="3767187"/>
            <a:ext cx="11079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嵌入法</a:t>
            </a:r>
            <a:r>
              <a:rPr lang="en-US" altLang="zh-CN" dirty="0"/>
              <a:t>+</a:t>
            </a:r>
          </a:p>
          <a:p>
            <a:r>
              <a:rPr lang="zh-CN" altLang="en-US" dirty="0"/>
              <a:t>随机森林</a:t>
            </a:r>
            <a:endParaRPr lang="en-US" altLang="zh-CN" dirty="0"/>
          </a:p>
          <a:p>
            <a:endParaRPr lang="zh-CN" altLang="en-US" dirty="0"/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3E9D9C25-E299-4580-B067-583E679EC496}"/>
              </a:ext>
            </a:extLst>
          </p:cNvPr>
          <p:cNvCxnSpPr>
            <a:stCxn id="24" idx="2"/>
            <a:endCxn id="3" idx="1"/>
          </p:cNvCxnSpPr>
          <p:nvPr/>
        </p:nvCxnSpPr>
        <p:spPr>
          <a:xfrm>
            <a:off x="2331152" y="3024186"/>
            <a:ext cx="1304744" cy="120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6260BD8E-15CA-4FBC-BDB4-593DD20E9C4D}"/>
              </a:ext>
            </a:extLst>
          </p:cNvPr>
          <p:cNvCxnSpPr>
            <a:stCxn id="3" idx="3"/>
            <a:endCxn id="25" idx="2"/>
          </p:cNvCxnSpPr>
          <p:nvPr/>
        </p:nvCxnSpPr>
        <p:spPr>
          <a:xfrm flipV="1">
            <a:off x="4743892" y="3009899"/>
            <a:ext cx="1597278" cy="12189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39"/>
          <p:cNvSpPr>
            <a:spLocks noChangeArrowheads="1"/>
          </p:cNvSpPr>
          <p:nvPr/>
        </p:nvSpPr>
        <p:spPr bwMode="auto">
          <a:xfrm>
            <a:off x="416159" y="278281"/>
            <a:ext cx="2778059" cy="307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特征选择</a:t>
            </a:r>
            <a:endParaRPr lang="en-US" altLang="zh-CN" sz="2000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416158" y="699542"/>
            <a:ext cx="899592" cy="56017"/>
            <a:chOff x="0" y="2842590"/>
            <a:chExt cx="7054752" cy="89199"/>
          </a:xfrm>
        </p:grpSpPr>
        <p:sp>
          <p:nvSpPr>
            <p:cNvPr id="14" name="矩形 13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8C5AC177-878B-4186-8560-5E57B72175D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214562" y="1023937"/>
            <a:ext cx="4714875" cy="309562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6BCAFFCA-A99C-426F-912D-05EDFBDE4B4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934844" y="967421"/>
            <a:ext cx="5274310" cy="320865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4DB8FAB-E8C4-407B-B80A-259E8D57CA7F}"/>
              </a:ext>
            </a:extLst>
          </p:cNvPr>
          <p:cNvSpPr txBox="1"/>
          <p:nvPr/>
        </p:nvSpPr>
        <p:spPr>
          <a:xfrm>
            <a:off x="3707904" y="51487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嵌入法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39"/>
          <p:cNvSpPr>
            <a:spLocks noChangeArrowheads="1"/>
          </p:cNvSpPr>
          <p:nvPr/>
        </p:nvSpPr>
        <p:spPr bwMode="auto">
          <a:xfrm>
            <a:off x="416159" y="278281"/>
            <a:ext cx="2778059" cy="307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特征选择</a:t>
            </a:r>
            <a:endParaRPr lang="en-US" altLang="zh-CN" sz="2000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416158" y="699542"/>
            <a:ext cx="899592" cy="56017"/>
            <a:chOff x="0" y="2842590"/>
            <a:chExt cx="7054752" cy="89199"/>
          </a:xfrm>
        </p:grpSpPr>
        <p:sp>
          <p:nvSpPr>
            <p:cNvPr id="14" name="矩形 13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29CC83D3-9724-4971-858D-7A685395351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934845" y="1995686"/>
            <a:ext cx="5274310" cy="94488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1BAA07D-CEFA-4E65-8BEC-52D6FE1CFFFB}"/>
              </a:ext>
            </a:extLst>
          </p:cNvPr>
          <p:cNvSpPr txBox="1"/>
          <p:nvPr/>
        </p:nvSpPr>
        <p:spPr>
          <a:xfrm>
            <a:off x="3779912" y="1158066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谁被删除了？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1E0622C-A141-40C4-96CC-E72606722C79}"/>
              </a:ext>
            </a:extLst>
          </p:cNvPr>
          <p:cNvSpPr txBox="1"/>
          <p:nvPr/>
        </p:nvSpPr>
        <p:spPr>
          <a:xfrm>
            <a:off x="4018002" y="329811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为什么？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35828B68-2DF8-4854-A519-0FC686F47AF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057525" y="172601"/>
            <a:ext cx="3028950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1082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39"/>
          <p:cNvSpPr>
            <a:spLocks noChangeArrowheads="1"/>
          </p:cNvSpPr>
          <p:nvPr/>
        </p:nvSpPr>
        <p:spPr bwMode="auto">
          <a:xfrm>
            <a:off x="416159" y="278281"/>
            <a:ext cx="2778059" cy="307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分箱</a:t>
            </a:r>
            <a:endParaRPr lang="en-US" altLang="zh-CN" sz="2000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416158" y="699542"/>
            <a:ext cx="899592" cy="56017"/>
            <a:chOff x="0" y="2842590"/>
            <a:chExt cx="7054752" cy="89199"/>
          </a:xfrm>
        </p:grpSpPr>
        <p:sp>
          <p:nvSpPr>
            <p:cNvPr id="19" name="矩形 18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3" name="图片 22">
            <a:extLst>
              <a:ext uri="{FF2B5EF4-FFF2-40B4-BE49-F238E27FC236}">
                <a16:creationId xmlns:a16="http://schemas.microsoft.com/office/drawing/2014/main" id="{496F192F-D050-4362-B3E6-2C326DDADEC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78403" y="987574"/>
            <a:ext cx="7378454" cy="35750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39"/>
          <p:cNvSpPr>
            <a:spLocks noChangeArrowheads="1"/>
          </p:cNvSpPr>
          <p:nvPr/>
        </p:nvSpPr>
        <p:spPr bwMode="auto">
          <a:xfrm>
            <a:off x="416159" y="278281"/>
            <a:ext cx="2778059" cy="307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分箱</a:t>
            </a:r>
            <a:endParaRPr lang="en-US" altLang="zh-CN" sz="2000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416158" y="699542"/>
            <a:ext cx="899592" cy="56017"/>
            <a:chOff x="0" y="2842590"/>
            <a:chExt cx="7054752" cy="89199"/>
          </a:xfrm>
        </p:grpSpPr>
        <p:sp>
          <p:nvSpPr>
            <p:cNvPr id="19" name="矩形 18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B25FCD14-2A9E-4FC7-8B0E-219520C7C2D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78403" y="987574"/>
            <a:ext cx="7482029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3739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3294112" y="1125349"/>
            <a:ext cx="2555776" cy="47429"/>
            <a:chOff x="2190216" y="0"/>
            <a:chExt cx="4752528" cy="108012"/>
          </a:xfrm>
        </p:grpSpPr>
        <p:sp>
          <p:nvSpPr>
            <p:cNvPr id="4" name="矩形 3"/>
            <p:cNvSpPr/>
            <p:nvPr/>
          </p:nvSpPr>
          <p:spPr>
            <a:xfrm>
              <a:off x="2190216" y="0"/>
              <a:ext cx="1188132" cy="1080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3378348" y="0"/>
              <a:ext cx="1188132" cy="1080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4566480" y="0"/>
              <a:ext cx="1188132" cy="1080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5754612" y="0"/>
              <a:ext cx="1188132" cy="10801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3832860" y="313244"/>
            <a:ext cx="14782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ln w="6350">
                  <a:noFill/>
                </a:ln>
                <a:solidFill>
                  <a:schemeClr val="accent1"/>
                </a:solidFill>
                <a:latin typeface="Impact" pitchFamily="34" charset="0"/>
                <a:ea typeface="微软雅黑" pitchFamily="34" charset="-122"/>
              </a:rPr>
              <a:t>目  录</a:t>
            </a:r>
            <a:endParaRPr lang="en-US" altLang="zh-CN" sz="2800" b="1" dirty="0">
              <a:ln w="6350">
                <a:noFill/>
              </a:ln>
              <a:solidFill>
                <a:schemeClr val="accent1"/>
              </a:solidFill>
              <a:latin typeface="Impact" pitchFamily="34" charset="0"/>
              <a:ea typeface="微软雅黑" pitchFamily="34" charset="-122"/>
            </a:endParaRPr>
          </a:p>
          <a:p>
            <a:pPr algn="ctr"/>
            <a:r>
              <a:rPr lang="en-US" altLang="zh-CN" sz="1600" dirty="0">
                <a:ln w="635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CONTENTS</a:t>
            </a:r>
            <a:endParaRPr lang="zh-CN" altLang="en-US" sz="1600" dirty="0">
              <a:ln w="6350"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22514" y="2571750"/>
            <a:ext cx="1512542" cy="1895740"/>
            <a:chOff x="522514" y="3027330"/>
            <a:chExt cx="1512542" cy="1440160"/>
          </a:xfrm>
        </p:grpSpPr>
        <p:sp>
          <p:nvSpPr>
            <p:cNvPr id="54" name="矩形 53"/>
            <p:cNvSpPr/>
            <p:nvPr/>
          </p:nvSpPr>
          <p:spPr>
            <a:xfrm>
              <a:off x="522514" y="3027330"/>
              <a:ext cx="1512542" cy="1440160"/>
            </a:xfrm>
            <a:prstGeom prst="rect">
              <a:avLst/>
            </a:prstGeom>
            <a:solidFill>
              <a:schemeClr val="bg1">
                <a:lumMod val="8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5" name="直接连接符 54"/>
            <p:cNvCxnSpPr/>
            <p:nvPr/>
          </p:nvCxnSpPr>
          <p:spPr>
            <a:xfrm>
              <a:off x="522514" y="3393953"/>
              <a:ext cx="1512542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Freeform 9"/>
          <p:cNvSpPr>
            <a:spLocks noEditPoints="1"/>
          </p:cNvSpPr>
          <p:nvPr/>
        </p:nvSpPr>
        <p:spPr bwMode="auto">
          <a:xfrm>
            <a:off x="7681431" y="208021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0" name="Freeform 10"/>
          <p:cNvSpPr>
            <a:spLocks noEditPoints="1"/>
          </p:cNvSpPr>
          <p:nvPr/>
        </p:nvSpPr>
        <p:spPr bwMode="auto">
          <a:xfrm>
            <a:off x="2800042" y="2062748"/>
            <a:ext cx="286864" cy="287612"/>
          </a:xfrm>
          <a:custGeom>
            <a:avLst/>
            <a:gdLst>
              <a:gd name="T0" fmla="*/ 47 w 162"/>
              <a:gd name="T1" fmla="*/ 34 h 163"/>
              <a:gd name="T2" fmla="*/ 34 w 162"/>
              <a:gd name="T3" fmla="*/ 47 h 163"/>
              <a:gd name="T4" fmla="*/ 32 w 162"/>
              <a:gd name="T5" fmla="*/ 61 h 163"/>
              <a:gd name="T6" fmla="*/ 41 w 162"/>
              <a:gd name="T7" fmla="*/ 52 h 163"/>
              <a:gd name="T8" fmla="*/ 52 w 162"/>
              <a:gd name="T9" fmla="*/ 41 h 163"/>
              <a:gd name="T10" fmla="*/ 60 w 162"/>
              <a:gd name="T11" fmla="*/ 32 h 163"/>
              <a:gd name="T12" fmla="*/ 160 w 162"/>
              <a:gd name="T13" fmla="*/ 150 h 163"/>
              <a:gd name="T14" fmla="*/ 130 w 162"/>
              <a:gd name="T15" fmla="*/ 121 h 163"/>
              <a:gd name="T16" fmla="*/ 147 w 162"/>
              <a:gd name="T17" fmla="*/ 74 h 163"/>
              <a:gd name="T18" fmla="*/ 142 w 162"/>
              <a:gd name="T19" fmla="*/ 46 h 163"/>
              <a:gd name="T20" fmla="*/ 126 w 162"/>
              <a:gd name="T21" fmla="*/ 22 h 163"/>
              <a:gd name="T22" fmla="*/ 74 w 162"/>
              <a:gd name="T23" fmla="*/ 0 h 163"/>
              <a:gd name="T24" fmla="*/ 6 w 162"/>
              <a:gd name="T25" fmla="*/ 46 h 163"/>
              <a:gd name="T26" fmla="*/ 5 w 162"/>
              <a:gd name="T27" fmla="*/ 102 h 163"/>
              <a:gd name="T28" fmla="*/ 21 w 162"/>
              <a:gd name="T29" fmla="*/ 126 h 163"/>
              <a:gd name="T30" fmla="*/ 45 w 162"/>
              <a:gd name="T31" fmla="*/ 142 h 163"/>
              <a:gd name="T32" fmla="*/ 45 w 162"/>
              <a:gd name="T33" fmla="*/ 142 h 163"/>
              <a:gd name="T34" fmla="*/ 102 w 162"/>
              <a:gd name="T35" fmla="*/ 142 h 163"/>
              <a:gd name="T36" fmla="*/ 150 w 162"/>
              <a:gd name="T37" fmla="*/ 160 h 163"/>
              <a:gd name="T38" fmla="*/ 160 w 162"/>
              <a:gd name="T39" fmla="*/ 150 h 163"/>
              <a:gd name="T40" fmla="*/ 116 w 162"/>
              <a:gd name="T41" fmla="*/ 117 h 163"/>
              <a:gd name="T42" fmla="*/ 97 w 162"/>
              <a:gd name="T43" fmla="*/ 130 h 163"/>
              <a:gd name="T44" fmla="*/ 51 w 162"/>
              <a:gd name="T45" fmla="*/ 130 h 163"/>
              <a:gd name="T46" fmla="*/ 31 w 162"/>
              <a:gd name="T47" fmla="*/ 117 h 163"/>
              <a:gd name="T48" fmla="*/ 31 w 162"/>
              <a:gd name="T49" fmla="*/ 117 h 163"/>
              <a:gd name="T50" fmla="*/ 18 w 162"/>
              <a:gd name="T51" fmla="*/ 97 h 163"/>
              <a:gd name="T52" fmla="*/ 18 w 162"/>
              <a:gd name="T53" fmla="*/ 51 h 163"/>
              <a:gd name="T54" fmla="*/ 74 w 162"/>
              <a:gd name="T55" fmla="*/ 14 h 163"/>
              <a:gd name="T56" fmla="*/ 116 w 162"/>
              <a:gd name="T57" fmla="*/ 31 h 163"/>
              <a:gd name="T58" fmla="*/ 129 w 162"/>
              <a:gd name="T59" fmla="*/ 51 h 163"/>
              <a:gd name="T60" fmla="*/ 134 w 162"/>
              <a:gd name="T61" fmla="*/ 74 h 163"/>
              <a:gd name="T62" fmla="*/ 116 w 162"/>
              <a:gd name="T63" fmla="*/ 117 h 163"/>
              <a:gd name="T64" fmla="*/ 117 w 162"/>
              <a:gd name="T65" fmla="*/ 70 h 163"/>
              <a:gd name="T66" fmla="*/ 110 w 162"/>
              <a:gd name="T67" fmla="*/ 89 h 163"/>
              <a:gd name="T68" fmla="*/ 102 w 162"/>
              <a:gd name="T69" fmla="*/ 102 h 163"/>
              <a:gd name="T70" fmla="*/ 74 w 162"/>
              <a:gd name="T71" fmla="*/ 114 h 163"/>
              <a:gd name="T72" fmla="*/ 74 w 162"/>
              <a:gd name="T73" fmla="*/ 122 h 163"/>
              <a:gd name="T74" fmla="*/ 107 w 162"/>
              <a:gd name="T75" fmla="*/ 108 h 163"/>
              <a:gd name="T76" fmla="*/ 118 w 162"/>
              <a:gd name="T77" fmla="*/ 92 h 163"/>
              <a:gd name="T78" fmla="*/ 117 w 162"/>
              <a:gd name="T79" fmla="*/ 70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62" h="163">
                <a:moveTo>
                  <a:pt x="55" y="30"/>
                </a:moveTo>
                <a:cubicBezTo>
                  <a:pt x="52" y="31"/>
                  <a:pt x="50" y="33"/>
                  <a:pt x="47" y="34"/>
                </a:cubicBezTo>
                <a:cubicBezTo>
                  <a:pt x="44" y="36"/>
                  <a:pt x="42" y="38"/>
                  <a:pt x="40" y="40"/>
                </a:cubicBezTo>
                <a:cubicBezTo>
                  <a:pt x="38" y="42"/>
                  <a:pt x="36" y="45"/>
                  <a:pt x="34" y="47"/>
                </a:cubicBezTo>
                <a:cubicBezTo>
                  <a:pt x="32" y="50"/>
                  <a:pt x="31" y="53"/>
                  <a:pt x="30" y="55"/>
                </a:cubicBezTo>
                <a:cubicBezTo>
                  <a:pt x="29" y="57"/>
                  <a:pt x="30" y="60"/>
                  <a:pt x="32" y="61"/>
                </a:cubicBezTo>
                <a:cubicBezTo>
                  <a:pt x="34" y="62"/>
                  <a:pt x="36" y="61"/>
                  <a:pt x="37" y="59"/>
                </a:cubicBezTo>
                <a:cubicBezTo>
                  <a:pt x="38" y="56"/>
                  <a:pt x="39" y="54"/>
                  <a:pt x="41" y="52"/>
                </a:cubicBezTo>
                <a:cubicBezTo>
                  <a:pt x="42" y="50"/>
                  <a:pt x="44" y="48"/>
                  <a:pt x="46" y="46"/>
                </a:cubicBezTo>
                <a:cubicBezTo>
                  <a:pt x="48" y="44"/>
                  <a:pt x="49" y="43"/>
                  <a:pt x="52" y="41"/>
                </a:cubicBezTo>
                <a:cubicBezTo>
                  <a:pt x="54" y="40"/>
                  <a:pt x="56" y="38"/>
                  <a:pt x="58" y="37"/>
                </a:cubicBezTo>
                <a:cubicBezTo>
                  <a:pt x="60" y="37"/>
                  <a:pt x="61" y="34"/>
                  <a:pt x="60" y="32"/>
                </a:cubicBezTo>
                <a:cubicBezTo>
                  <a:pt x="59" y="30"/>
                  <a:pt x="57" y="29"/>
                  <a:pt x="55" y="30"/>
                </a:cubicBezTo>
                <a:close/>
                <a:moveTo>
                  <a:pt x="160" y="150"/>
                </a:moveTo>
                <a:cubicBezTo>
                  <a:pt x="160" y="150"/>
                  <a:pt x="160" y="150"/>
                  <a:pt x="160" y="150"/>
                </a:cubicBezTo>
                <a:cubicBezTo>
                  <a:pt x="130" y="121"/>
                  <a:pt x="130" y="121"/>
                  <a:pt x="130" y="121"/>
                </a:cubicBezTo>
                <a:cubicBezTo>
                  <a:pt x="135" y="115"/>
                  <a:pt x="139" y="109"/>
                  <a:pt x="142" y="102"/>
                </a:cubicBezTo>
                <a:cubicBezTo>
                  <a:pt x="145" y="93"/>
                  <a:pt x="147" y="84"/>
                  <a:pt x="147" y="74"/>
                </a:cubicBezTo>
                <a:cubicBezTo>
                  <a:pt x="147" y="64"/>
                  <a:pt x="145" y="55"/>
                  <a:pt x="142" y="46"/>
                </a:cubicBezTo>
                <a:cubicBezTo>
                  <a:pt x="142" y="46"/>
                  <a:pt x="142" y="46"/>
                  <a:pt x="142" y="46"/>
                </a:cubicBezTo>
                <a:cubicBezTo>
                  <a:pt x="138" y="37"/>
                  <a:pt x="133" y="29"/>
                  <a:pt x="126" y="22"/>
                </a:cubicBezTo>
                <a:cubicBezTo>
                  <a:pt x="126" y="22"/>
                  <a:pt x="126" y="22"/>
                  <a:pt x="126" y="22"/>
                </a:cubicBezTo>
                <a:cubicBezTo>
                  <a:pt x="119" y="15"/>
                  <a:pt x="111" y="10"/>
                  <a:pt x="102" y="6"/>
                </a:cubicBezTo>
                <a:cubicBezTo>
                  <a:pt x="93" y="2"/>
                  <a:pt x="84" y="0"/>
                  <a:pt x="74" y="0"/>
                </a:cubicBezTo>
                <a:cubicBezTo>
                  <a:pt x="53" y="0"/>
                  <a:pt x="35" y="8"/>
                  <a:pt x="21" y="22"/>
                </a:cubicBezTo>
                <a:cubicBezTo>
                  <a:pt x="15" y="29"/>
                  <a:pt x="9" y="37"/>
                  <a:pt x="6" y="46"/>
                </a:cubicBezTo>
                <a:cubicBezTo>
                  <a:pt x="2" y="55"/>
                  <a:pt x="0" y="64"/>
                  <a:pt x="0" y="74"/>
                </a:cubicBezTo>
                <a:cubicBezTo>
                  <a:pt x="0" y="84"/>
                  <a:pt x="2" y="93"/>
                  <a:pt x="5" y="102"/>
                </a:cubicBezTo>
                <a:cubicBezTo>
                  <a:pt x="6" y="102"/>
                  <a:pt x="6" y="102"/>
                  <a:pt x="6" y="102"/>
                </a:cubicBezTo>
                <a:cubicBezTo>
                  <a:pt x="9" y="111"/>
                  <a:pt x="15" y="119"/>
                  <a:pt x="21" y="126"/>
                </a:cubicBezTo>
                <a:cubicBezTo>
                  <a:pt x="22" y="126"/>
                  <a:pt x="22" y="126"/>
                  <a:pt x="22" y="126"/>
                </a:cubicBezTo>
                <a:cubicBezTo>
                  <a:pt x="28" y="133"/>
                  <a:pt x="36" y="138"/>
                  <a:pt x="45" y="142"/>
                </a:cubicBezTo>
                <a:cubicBezTo>
                  <a:pt x="45" y="142"/>
                  <a:pt x="45" y="142"/>
                  <a:pt x="45" y="142"/>
                </a:cubicBezTo>
                <a:cubicBezTo>
                  <a:pt x="45" y="142"/>
                  <a:pt x="45" y="142"/>
                  <a:pt x="45" y="142"/>
                </a:cubicBezTo>
                <a:cubicBezTo>
                  <a:pt x="54" y="146"/>
                  <a:pt x="64" y="148"/>
                  <a:pt x="74" y="148"/>
                </a:cubicBezTo>
                <a:cubicBezTo>
                  <a:pt x="84" y="148"/>
                  <a:pt x="93" y="146"/>
                  <a:pt x="102" y="142"/>
                </a:cubicBezTo>
                <a:cubicBezTo>
                  <a:pt x="109" y="139"/>
                  <a:pt x="115" y="135"/>
                  <a:pt x="121" y="131"/>
                </a:cubicBezTo>
                <a:cubicBezTo>
                  <a:pt x="150" y="160"/>
                  <a:pt x="150" y="160"/>
                  <a:pt x="150" y="160"/>
                </a:cubicBezTo>
                <a:cubicBezTo>
                  <a:pt x="153" y="163"/>
                  <a:pt x="157" y="163"/>
                  <a:pt x="160" y="160"/>
                </a:cubicBezTo>
                <a:cubicBezTo>
                  <a:pt x="162" y="157"/>
                  <a:pt x="162" y="153"/>
                  <a:pt x="160" y="150"/>
                </a:cubicBezTo>
                <a:close/>
                <a:moveTo>
                  <a:pt x="116" y="117"/>
                </a:moveTo>
                <a:cubicBezTo>
                  <a:pt x="116" y="117"/>
                  <a:pt x="116" y="117"/>
                  <a:pt x="116" y="117"/>
                </a:cubicBezTo>
                <a:cubicBezTo>
                  <a:pt x="116" y="117"/>
                  <a:pt x="116" y="117"/>
                  <a:pt x="116" y="117"/>
                </a:cubicBezTo>
                <a:cubicBezTo>
                  <a:pt x="111" y="122"/>
                  <a:pt x="104" y="127"/>
                  <a:pt x="97" y="130"/>
                </a:cubicBezTo>
                <a:cubicBezTo>
                  <a:pt x="90" y="133"/>
                  <a:pt x="82" y="134"/>
                  <a:pt x="74" y="134"/>
                </a:cubicBezTo>
                <a:cubicBezTo>
                  <a:pt x="65" y="134"/>
                  <a:pt x="58" y="133"/>
                  <a:pt x="51" y="130"/>
                </a:cubicBezTo>
                <a:cubicBezTo>
                  <a:pt x="51" y="130"/>
                  <a:pt x="51" y="130"/>
                  <a:pt x="51" y="130"/>
                </a:cubicBezTo>
                <a:cubicBezTo>
                  <a:pt x="43" y="127"/>
                  <a:pt x="37" y="122"/>
                  <a:pt x="31" y="117"/>
                </a:cubicBezTo>
                <a:cubicBezTo>
                  <a:pt x="31" y="117"/>
                  <a:pt x="31" y="117"/>
                  <a:pt x="31" y="117"/>
                </a:cubicBezTo>
                <a:cubicBezTo>
                  <a:pt x="31" y="117"/>
                  <a:pt x="31" y="117"/>
                  <a:pt x="31" y="117"/>
                </a:cubicBezTo>
                <a:cubicBezTo>
                  <a:pt x="26" y="111"/>
                  <a:pt x="21" y="104"/>
                  <a:pt x="18" y="97"/>
                </a:cubicBezTo>
                <a:cubicBezTo>
                  <a:pt x="18" y="97"/>
                  <a:pt x="18" y="97"/>
                  <a:pt x="18" y="97"/>
                </a:cubicBezTo>
                <a:cubicBezTo>
                  <a:pt x="15" y="90"/>
                  <a:pt x="13" y="82"/>
                  <a:pt x="13" y="74"/>
                </a:cubicBezTo>
                <a:cubicBezTo>
                  <a:pt x="13" y="66"/>
                  <a:pt x="15" y="58"/>
                  <a:pt x="18" y="51"/>
                </a:cubicBezTo>
                <a:cubicBezTo>
                  <a:pt x="21" y="44"/>
                  <a:pt x="26" y="37"/>
                  <a:pt x="31" y="31"/>
                </a:cubicBezTo>
                <a:cubicBezTo>
                  <a:pt x="42" y="21"/>
                  <a:pt x="57" y="14"/>
                  <a:pt x="74" y="14"/>
                </a:cubicBezTo>
                <a:cubicBezTo>
                  <a:pt x="82" y="14"/>
                  <a:pt x="90" y="15"/>
                  <a:pt x="97" y="18"/>
                </a:cubicBezTo>
                <a:cubicBezTo>
                  <a:pt x="104" y="21"/>
                  <a:pt x="111" y="26"/>
                  <a:pt x="116" y="31"/>
                </a:cubicBezTo>
                <a:cubicBezTo>
                  <a:pt x="117" y="32"/>
                  <a:pt x="117" y="32"/>
                  <a:pt x="117" y="32"/>
                </a:cubicBezTo>
                <a:cubicBezTo>
                  <a:pt x="122" y="37"/>
                  <a:pt x="126" y="44"/>
                  <a:pt x="129" y="51"/>
                </a:cubicBezTo>
                <a:cubicBezTo>
                  <a:pt x="129" y="51"/>
                  <a:pt x="129" y="51"/>
                  <a:pt x="129" y="51"/>
                </a:cubicBezTo>
                <a:cubicBezTo>
                  <a:pt x="132" y="58"/>
                  <a:pt x="134" y="66"/>
                  <a:pt x="134" y="74"/>
                </a:cubicBezTo>
                <a:cubicBezTo>
                  <a:pt x="134" y="82"/>
                  <a:pt x="132" y="90"/>
                  <a:pt x="129" y="97"/>
                </a:cubicBezTo>
                <a:cubicBezTo>
                  <a:pt x="126" y="104"/>
                  <a:pt x="122" y="111"/>
                  <a:pt x="116" y="117"/>
                </a:cubicBezTo>
                <a:close/>
                <a:moveTo>
                  <a:pt x="117" y="70"/>
                </a:moveTo>
                <a:cubicBezTo>
                  <a:pt x="117" y="70"/>
                  <a:pt x="117" y="70"/>
                  <a:pt x="117" y="70"/>
                </a:cubicBezTo>
                <a:cubicBezTo>
                  <a:pt x="115" y="70"/>
                  <a:pt x="113" y="72"/>
                  <a:pt x="113" y="74"/>
                </a:cubicBezTo>
                <a:cubicBezTo>
                  <a:pt x="113" y="79"/>
                  <a:pt x="112" y="84"/>
                  <a:pt x="110" y="89"/>
                </a:cubicBezTo>
                <a:cubicBezTo>
                  <a:pt x="110" y="89"/>
                  <a:pt x="110" y="89"/>
                  <a:pt x="110" y="89"/>
                </a:cubicBezTo>
                <a:cubicBezTo>
                  <a:pt x="108" y="94"/>
                  <a:pt x="105" y="98"/>
                  <a:pt x="102" y="102"/>
                </a:cubicBezTo>
                <a:cubicBezTo>
                  <a:pt x="98" y="106"/>
                  <a:pt x="94" y="109"/>
                  <a:pt x="89" y="111"/>
                </a:cubicBezTo>
                <a:cubicBezTo>
                  <a:pt x="84" y="113"/>
                  <a:pt x="79" y="114"/>
                  <a:pt x="74" y="114"/>
                </a:cubicBezTo>
                <a:cubicBezTo>
                  <a:pt x="71" y="114"/>
                  <a:pt x="70" y="115"/>
                  <a:pt x="70" y="118"/>
                </a:cubicBezTo>
                <a:cubicBezTo>
                  <a:pt x="70" y="120"/>
                  <a:pt x="71" y="122"/>
                  <a:pt x="74" y="122"/>
                </a:cubicBezTo>
                <a:cubicBezTo>
                  <a:pt x="80" y="122"/>
                  <a:pt x="86" y="120"/>
                  <a:pt x="92" y="118"/>
                </a:cubicBezTo>
                <a:cubicBezTo>
                  <a:pt x="98" y="116"/>
                  <a:pt x="103" y="112"/>
                  <a:pt x="107" y="108"/>
                </a:cubicBezTo>
                <a:cubicBezTo>
                  <a:pt x="112" y="103"/>
                  <a:pt x="115" y="98"/>
                  <a:pt x="118" y="92"/>
                </a:cubicBezTo>
                <a:cubicBezTo>
                  <a:pt x="118" y="92"/>
                  <a:pt x="118" y="92"/>
                  <a:pt x="118" y="92"/>
                </a:cubicBezTo>
                <a:cubicBezTo>
                  <a:pt x="120" y="86"/>
                  <a:pt x="121" y="80"/>
                  <a:pt x="121" y="74"/>
                </a:cubicBezTo>
                <a:cubicBezTo>
                  <a:pt x="121" y="72"/>
                  <a:pt x="120" y="70"/>
                  <a:pt x="117" y="7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1" name="Freeform 11"/>
          <p:cNvSpPr>
            <a:spLocks noEditPoints="1"/>
          </p:cNvSpPr>
          <p:nvPr/>
        </p:nvSpPr>
        <p:spPr bwMode="auto">
          <a:xfrm>
            <a:off x="6084764" y="2046842"/>
            <a:ext cx="246418" cy="313076"/>
          </a:xfrm>
          <a:custGeom>
            <a:avLst/>
            <a:gdLst>
              <a:gd name="T0" fmla="*/ 104 w 139"/>
              <a:gd name="T1" fmla="*/ 99 h 177"/>
              <a:gd name="T2" fmla="*/ 91 w 139"/>
              <a:gd name="T3" fmla="*/ 160 h 177"/>
              <a:gd name="T4" fmla="*/ 133 w 139"/>
              <a:gd name="T5" fmla="*/ 164 h 177"/>
              <a:gd name="T6" fmla="*/ 133 w 139"/>
              <a:gd name="T7" fmla="*/ 177 h 177"/>
              <a:gd name="T8" fmla="*/ 0 w 139"/>
              <a:gd name="T9" fmla="*/ 170 h 177"/>
              <a:gd name="T10" fmla="*/ 51 w 139"/>
              <a:gd name="T11" fmla="*/ 164 h 177"/>
              <a:gd name="T12" fmla="*/ 81 w 139"/>
              <a:gd name="T13" fmla="*/ 151 h 177"/>
              <a:gd name="T14" fmla="*/ 10 w 139"/>
              <a:gd name="T15" fmla="*/ 147 h 177"/>
              <a:gd name="T16" fmla="*/ 10 w 139"/>
              <a:gd name="T17" fmla="*/ 139 h 177"/>
              <a:gd name="T18" fmla="*/ 94 w 139"/>
              <a:gd name="T19" fmla="*/ 120 h 177"/>
              <a:gd name="T20" fmla="*/ 84 w 139"/>
              <a:gd name="T21" fmla="*/ 92 h 177"/>
              <a:gd name="T22" fmla="*/ 69 w 139"/>
              <a:gd name="T23" fmla="*/ 94 h 177"/>
              <a:gd name="T24" fmla="*/ 53 w 139"/>
              <a:gd name="T25" fmla="*/ 113 h 177"/>
              <a:gd name="T26" fmla="*/ 46 w 139"/>
              <a:gd name="T27" fmla="*/ 117 h 177"/>
              <a:gd name="T28" fmla="*/ 24 w 139"/>
              <a:gd name="T29" fmla="*/ 109 h 177"/>
              <a:gd name="T30" fmla="*/ 26 w 139"/>
              <a:gd name="T31" fmla="*/ 97 h 177"/>
              <a:gd name="T32" fmla="*/ 21 w 139"/>
              <a:gd name="T33" fmla="*/ 89 h 177"/>
              <a:gd name="T34" fmla="*/ 63 w 139"/>
              <a:gd name="T35" fmla="*/ 24 h 177"/>
              <a:gd name="T36" fmla="*/ 67 w 139"/>
              <a:gd name="T37" fmla="*/ 26 h 177"/>
              <a:gd name="T38" fmla="*/ 69 w 139"/>
              <a:gd name="T39" fmla="*/ 14 h 177"/>
              <a:gd name="T40" fmla="*/ 76 w 139"/>
              <a:gd name="T41" fmla="*/ 2 h 177"/>
              <a:gd name="T42" fmla="*/ 109 w 139"/>
              <a:gd name="T43" fmla="*/ 29 h 177"/>
              <a:gd name="T44" fmla="*/ 96 w 139"/>
              <a:gd name="T45" fmla="*/ 30 h 177"/>
              <a:gd name="T46" fmla="*/ 94 w 139"/>
              <a:gd name="T47" fmla="*/ 42 h 177"/>
              <a:gd name="T48" fmla="*/ 87 w 139"/>
              <a:gd name="T49" fmla="*/ 63 h 177"/>
              <a:gd name="T50" fmla="*/ 92 w 139"/>
              <a:gd name="T51" fmla="*/ 81 h 177"/>
              <a:gd name="T52" fmla="*/ 89 w 139"/>
              <a:gd name="T53" fmla="*/ 26 h 177"/>
              <a:gd name="T54" fmla="*/ 74 w 139"/>
              <a:gd name="T55" fmla="*/ 30 h 177"/>
              <a:gd name="T56" fmla="*/ 89 w 139"/>
              <a:gd name="T57" fmla="*/ 26 h 177"/>
              <a:gd name="T58" fmla="*/ 80 w 139"/>
              <a:gd name="T59" fmla="*/ 59 h 177"/>
              <a:gd name="T60" fmla="*/ 62 w 139"/>
              <a:gd name="T61" fmla="*/ 33 h 177"/>
              <a:gd name="T62" fmla="*/ 54 w 139"/>
              <a:gd name="T63" fmla="*/ 104 h 177"/>
              <a:gd name="T64" fmla="*/ 56 w 139"/>
              <a:gd name="T65" fmla="*/ 76 h 177"/>
              <a:gd name="T66" fmla="*/ 62 w 139"/>
              <a:gd name="T67" fmla="*/ 63 h 177"/>
              <a:gd name="T68" fmla="*/ 82 w 139"/>
              <a:gd name="T69" fmla="*/ 69 h 177"/>
              <a:gd name="T70" fmla="*/ 67 w 139"/>
              <a:gd name="T71" fmla="*/ 69 h 177"/>
              <a:gd name="T72" fmla="*/ 67 w 139"/>
              <a:gd name="T73" fmla="*/ 69 h 177"/>
              <a:gd name="T74" fmla="*/ 75 w 139"/>
              <a:gd name="T75" fmla="*/ 86 h 177"/>
              <a:gd name="T76" fmla="*/ 82 w 139"/>
              <a:gd name="T77" fmla="*/ 83 h 177"/>
              <a:gd name="T78" fmla="*/ 82 w 139"/>
              <a:gd name="T79" fmla="*/ 69 h 177"/>
              <a:gd name="T80" fmla="*/ 33 w 139"/>
              <a:gd name="T81" fmla="*/ 101 h 177"/>
              <a:gd name="T82" fmla="*/ 31 w 139"/>
              <a:gd name="T83" fmla="*/ 104 h 177"/>
              <a:gd name="T84" fmla="*/ 42 w 139"/>
              <a:gd name="T85" fmla="*/ 106 h 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39" h="177">
                <a:moveTo>
                  <a:pt x="92" y="81"/>
                </a:moveTo>
                <a:cubicBezTo>
                  <a:pt x="97" y="87"/>
                  <a:pt x="101" y="92"/>
                  <a:pt x="104" y="99"/>
                </a:cubicBezTo>
                <a:cubicBezTo>
                  <a:pt x="106" y="106"/>
                  <a:pt x="108" y="113"/>
                  <a:pt x="108" y="120"/>
                </a:cubicBezTo>
                <a:cubicBezTo>
                  <a:pt x="108" y="136"/>
                  <a:pt x="101" y="150"/>
                  <a:pt x="91" y="160"/>
                </a:cubicBezTo>
                <a:cubicBezTo>
                  <a:pt x="90" y="162"/>
                  <a:pt x="89" y="163"/>
                  <a:pt x="88" y="164"/>
                </a:cubicBezTo>
                <a:cubicBezTo>
                  <a:pt x="133" y="164"/>
                  <a:pt x="133" y="164"/>
                  <a:pt x="133" y="164"/>
                </a:cubicBezTo>
                <a:cubicBezTo>
                  <a:pt x="136" y="164"/>
                  <a:pt x="139" y="167"/>
                  <a:pt x="139" y="170"/>
                </a:cubicBezTo>
                <a:cubicBezTo>
                  <a:pt x="139" y="174"/>
                  <a:pt x="136" y="177"/>
                  <a:pt x="133" y="177"/>
                </a:cubicBezTo>
                <a:cubicBezTo>
                  <a:pt x="91" y="177"/>
                  <a:pt x="49" y="177"/>
                  <a:pt x="7" y="177"/>
                </a:cubicBezTo>
                <a:cubicBezTo>
                  <a:pt x="3" y="177"/>
                  <a:pt x="0" y="174"/>
                  <a:pt x="0" y="170"/>
                </a:cubicBezTo>
                <a:cubicBezTo>
                  <a:pt x="0" y="167"/>
                  <a:pt x="3" y="164"/>
                  <a:pt x="7" y="164"/>
                </a:cubicBezTo>
                <a:cubicBezTo>
                  <a:pt x="51" y="164"/>
                  <a:pt x="51" y="164"/>
                  <a:pt x="51" y="164"/>
                </a:cubicBezTo>
                <a:cubicBezTo>
                  <a:pt x="51" y="164"/>
                  <a:pt x="51" y="164"/>
                  <a:pt x="51" y="164"/>
                </a:cubicBezTo>
                <a:cubicBezTo>
                  <a:pt x="63" y="164"/>
                  <a:pt x="74" y="159"/>
                  <a:pt x="81" y="151"/>
                </a:cubicBezTo>
                <a:cubicBezTo>
                  <a:pt x="83" y="150"/>
                  <a:pt x="84" y="148"/>
                  <a:pt x="85" y="147"/>
                </a:cubicBezTo>
                <a:cubicBezTo>
                  <a:pt x="10" y="147"/>
                  <a:pt x="10" y="147"/>
                  <a:pt x="10" y="147"/>
                </a:cubicBezTo>
                <a:cubicBezTo>
                  <a:pt x="8" y="147"/>
                  <a:pt x="6" y="145"/>
                  <a:pt x="6" y="143"/>
                </a:cubicBezTo>
                <a:cubicBezTo>
                  <a:pt x="6" y="141"/>
                  <a:pt x="8" y="139"/>
                  <a:pt x="10" y="139"/>
                </a:cubicBezTo>
                <a:cubicBezTo>
                  <a:pt x="90" y="139"/>
                  <a:pt x="90" y="139"/>
                  <a:pt x="90" y="139"/>
                </a:cubicBezTo>
                <a:cubicBezTo>
                  <a:pt x="93" y="133"/>
                  <a:pt x="94" y="127"/>
                  <a:pt x="94" y="120"/>
                </a:cubicBezTo>
                <a:cubicBezTo>
                  <a:pt x="94" y="114"/>
                  <a:pt x="93" y="109"/>
                  <a:pt x="91" y="104"/>
                </a:cubicBezTo>
                <a:cubicBezTo>
                  <a:pt x="89" y="100"/>
                  <a:pt x="87" y="96"/>
                  <a:pt x="84" y="92"/>
                </a:cubicBezTo>
                <a:cubicBezTo>
                  <a:pt x="81" y="94"/>
                  <a:pt x="78" y="94"/>
                  <a:pt x="75" y="94"/>
                </a:cubicBezTo>
                <a:cubicBezTo>
                  <a:pt x="73" y="94"/>
                  <a:pt x="71" y="94"/>
                  <a:pt x="69" y="94"/>
                </a:cubicBezTo>
                <a:cubicBezTo>
                  <a:pt x="59" y="111"/>
                  <a:pt x="59" y="111"/>
                  <a:pt x="59" y="111"/>
                </a:cubicBezTo>
                <a:cubicBezTo>
                  <a:pt x="58" y="113"/>
                  <a:pt x="55" y="114"/>
                  <a:pt x="53" y="113"/>
                </a:cubicBezTo>
                <a:cubicBezTo>
                  <a:pt x="50" y="111"/>
                  <a:pt x="50" y="111"/>
                  <a:pt x="50" y="111"/>
                </a:cubicBezTo>
                <a:cubicBezTo>
                  <a:pt x="46" y="117"/>
                  <a:pt x="46" y="117"/>
                  <a:pt x="46" y="117"/>
                </a:cubicBezTo>
                <a:cubicBezTo>
                  <a:pt x="45" y="119"/>
                  <a:pt x="42" y="119"/>
                  <a:pt x="40" y="118"/>
                </a:cubicBezTo>
                <a:cubicBezTo>
                  <a:pt x="24" y="109"/>
                  <a:pt x="24" y="109"/>
                  <a:pt x="24" y="109"/>
                </a:cubicBezTo>
                <a:cubicBezTo>
                  <a:pt x="22" y="108"/>
                  <a:pt x="21" y="105"/>
                  <a:pt x="22" y="103"/>
                </a:cubicBezTo>
                <a:cubicBezTo>
                  <a:pt x="26" y="97"/>
                  <a:pt x="26" y="97"/>
                  <a:pt x="26" y="97"/>
                </a:cubicBezTo>
                <a:cubicBezTo>
                  <a:pt x="22" y="95"/>
                  <a:pt x="22" y="95"/>
                  <a:pt x="22" y="95"/>
                </a:cubicBezTo>
                <a:cubicBezTo>
                  <a:pt x="20" y="94"/>
                  <a:pt x="20" y="91"/>
                  <a:pt x="21" y="89"/>
                </a:cubicBezTo>
                <a:cubicBezTo>
                  <a:pt x="57" y="26"/>
                  <a:pt x="57" y="26"/>
                  <a:pt x="57" y="26"/>
                </a:cubicBezTo>
                <a:cubicBezTo>
                  <a:pt x="58" y="24"/>
                  <a:pt x="61" y="23"/>
                  <a:pt x="63" y="24"/>
                </a:cubicBezTo>
                <a:cubicBezTo>
                  <a:pt x="63" y="24"/>
                  <a:pt x="63" y="24"/>
                  <a:pt x="63" y="24"/>
                </a:cubicBezTo>
                <a:cubicBezTo>
                  <a:pt x="67" y="26"/>
                  <a:pt x="67" y="26"/>
                  <a:pt x="67" y="26"/>
                </a:cubicBezTo>
                <a:cubicBezTo>
                  <a:pt x="73" y="16"/>
                  <a:pt x="73" y="16"/>
                  <a:pt x="73" y="16"/>
                </a:cubicBezTo>
                <a:cubicBezTo>
                  <a:pt x="69" y="14"/>
                  <a:pt x="69" y="14"/>
                  <a:pt x="69" y="14"/>
                </a:cubicBezTo>
                <a:cubicBezTo>
                  <a:pt x="66" y="12"/>
                  <a:pt x="65" y="8"/>
                  <a:pt x="66" y="5"/>
                </a:cubicBezTo>
                <a:cubicBezTo>
                  <a:pt x="68" y="1"/>
                  <a:pt x="72" y="0"/>
                  <a:pt x="76" y="2"/>
                </a:cubicBezTo>
                <a:cubicBezTo>
                  <a:pt x="86" y="8"/>
                  <a:pt x="96" y="14"/>
                  <a:pt x="107" y="20"/>
                </a:cubicBezTo>
                <a:cubicBezTo>
                  <a:pt x="110" y="22"/>
                  <a:pt x="111" y="26"/>
                  <a:pt x="109" y="29"/>
                </a:cubicBezTo>
                <a:cubicBezTo>
                  <a:pt x="107" y="33"/>
                  <a:pt x="103" y="34"/>
                  <a:pt x="100" y="32"/>
                </a:cubicBezTo>
                <a:cubicBezTo>
                  <a:pt x="96" y="30"/>
                  <a:pt x="96" y="30"/>
                  <a:pt x="96" y="30"/>
                </a:cubicBezTo>
                <a:cubicBezTo>
                  <a:pt x="90" y="40"/>
                  <a:pt x="90" y="40"/>
                  <a:pt x="90" y="40"/>
                </a:cubicBezTo>
                <a:cubicBezTo>
                  <a:pt x="94" y="42"/>
                  <a:pt x="94" y="42"/>
                  <a:pt x="94" y="42"/>
                </a:cubicBezTo>
                <a:cubicBezTo>
                  <a:pt x="96" y="43"/>
                  <a:pt x="97" y="46"/>
                  <a:pt x="96" y="48"/>
                </a:cubicBezTo>
                <a:cubicBezTo>
                  <a:pt x="87" y="63"/>
                  <a:pt x="87" y="63"/>
                  <a:pt x="87" y="63"/>
                </a:cubicBezTo>
                <a:cubicBezTo>
                  <a:pt x="91" y="66"/>
                  <a:pt x="93" y="71"/>
                  <a:pt x="93" y="76"/>
                </a:cubicBezTo>
                <a:cubicBezTo>
                  <a:pt x="93" y="78"/>
                  <a:pt x="93" y="80"/>
                  <a:pt x="92" y="81"/>
                </a:cubicBezTo>
                <a:close/>
                <a:moveTo>
                  <a:pt x="89" y="26"/>
                </a:moveTo>
                <a:cubicBezTo>
                  <a:pt x="89" y="26"/>
                  <a:pt x="89" y="26"/>
                  <a:pt x="89" y="26"/>
                </a:cubicBezTo>
                <a:cubicBezTo>
                  <a:pt x="86" y="24"/>
                  <a:pt x="83" y="22"/>
                  <a:pt x="80" y="20"/>
                </a:cubicBezTo>
                <a:cubicBezTo>
                  <a:pt x="74" y="30"/>
                  <a:pt x="74" y="30"/>
                  <a:pt x="74" y="30"/>
                </a:cubicBezTo>
                <a:cubicBezTo>
                  <a:pt x="83" y="36"/>
                  <a:pt x="83" y="36"/>
                  <a:pt x="83" y="36"/>
                </a:cubicBezTo>
                <a:cubicBezTo>
                  <a:pt x="89" y="26"/>
                  <a:pt x="89" y="26"/>
                  <a:pt x="89" y="26"/>
                </a:cubicBezTo>
                <a:close/>
                <a:moveTo>
                  <a:pt x="80" y="59"/>
                </a:moveTo>
                <a:cubicBezTo>
                  <a:pt x="80" y="59"/>
                  <a:pt x="80" y="59"/>
                  <a:pt x="80" y="59"/>
                </a:cubicBezTo>
                <a:cubicBezTo>
                  <a:pt x="87" y="47"/>
                  <a:pt x="87" y="47"/>
                  <a:pt x="87" y="47"/>
                </a:cubicBezTo>
                <a:cubicBezTo>
                  <a:pt x="78" y="43"/>
                  <a:pt x="70" y="38"/>
                  <a:pt x="62" y="33"/>
                </a:cubicBezTo>
                <a:cubicBezTo>
                  <a:pt x="30" y="90"/>
                  <a:pt x="30" y="90"/>
                  <a:pt x="30" y="90"/>
                </a:cubicBezTo>
                <a:cubicBezTo>
                  <a:pt x="38" y="94"/>
                  <a:pt x="46" y="99"/>
                  <a:pt x="54" y="104"/>
                </a:cubicBezTo>
                <a:cubicBezTo>
                  <a:pt x="62" y="90"/>
                  <a:pt x="62" y="90"/>
                  <a:pt x="62" y="90"/>
                </a:cubicBezTo>
                <a:cubicBezTo>
                  <a:pt x="58" y="86"/>
                  <a:pt x="56" y="81"/>
                  <a:pt x="56" y="76"/>
                </a:cubicBezTo>
                <a:cubicBezTo>
                  <a:pt x="56" y="71"/>
                  <a:pt x="58" y="66"/>
                  <a:pt x="62" y="63"/>
                </a:cubicBezTo>
                <a:cubicBezTo>
                  <a:pt x="62" y="63"/>
                  <a:pt x="62" y="63"/>
                  <a:pt x="62" y="63"/>
                </a:cubicBezTo>
                <a:cubicBezTo>
                  <a:pt x="67" y="58"/>
                  <a:pt x="73" y="57"/>
                  <a:pt x="80" y="59"/>
                </a:cubicBezTo>
                <a:close/>
                <a:moveTo>
                  <a:pt x="82" y="69"/>
                </a:moveTo>
                <a:cubicBezTo>
                  <a:pt x="82" y="69"/>
                  <a:pt x="82" y="69"/>
                  <a:pt x="82" y="69"/>
                </a:cubicBezTo>
                <a:cubicBezTo>
                  <a:pt x="78" y="65"/>
                  <a:pt x="71" y="65"/>
                  <a:pt x="67" y="69"/>
                </a:cubicBezTo>
                <a:cubicBezTo>
                  <a:pt x="67" y="69"/>
                  <a:pt x="67" y="69"/>
                  <a:pt x="67" y="69"/>
                </a:cubicBezTo>
                <a:cubicBezTo>
                  <a:pt x="67" y="69"/>
                  <a:pt x="67" y="69"/>
                  <a:pt x="67" y="69"/>
                </a:cubicBezTo>
                <a:cubicBezTo>
                  <a:pt x="65" y="71"/>
                  <a:pt x="64" y="73"/>
                  <a:pt x="64" y="76"/>
                </a:cubicBezTo>
                <a:cubicBezTo>
                  <a:pt x="64" y="82"/>
                  <a:pt x="69" y="86"/>
                  <a:pt x="75" y="86"/>
                </a:cubicBezTo>
                <a:cubicBezTo>
                  <a:pt x="77" y="86"/>
                  <a:pt x="80" y="85"/>
                  <a:pt x="82" y="83"/>
                </a:cubicBezTo>
                <a:cubicBezTo>
                  <a:pt x="82" y="83"/>
                  <a:pt x="82" y="83"/>
                  <a:pt x="82" y="83"/>
                </a:cubicBezTo>
                <a:cubicBezTo>
                  <a:pt x="84" y="81"/>
                  <a:pt x="85" y="79"/>
                  <a:pt x="85" y="76"/>
                </a:cubicBezTo>
                <a:cubicBezTo>
                  <a:pt x="85" y="73"/>
                  <a:pt x="84" y="71"/>
                  <a:pt x="82" y="69"/>
                </a:cubicBezTo>
                <a:cubicBezTo>
                  <a:pt x="82" y="69"/>
                  <a:pt x="82" y="69"/>
                  <a:pt x="82" y="69"/>
                </a:cubicBezTo>
                <a:close/>
                <a:moveTo>
                  <a:pt x="33" y="101"/>
                </a:moveTo>
                <a:cubicBezTo>
                  <a:pt x="33" y="101"/>
                  <a:pt x="33" y="101"/>
                  <a:pt x="33" y="101"/>
                </a:cubicBezTo>
                <a:cubicBezTo>
                  <a:pt x="31" y="104"/>
                  <a:pt x="31" y="104"/>
                  <a:pt x="31" y="104"/>
                </a:cubicBezTo>
                <a:cubicBezTo>
                  <a:pt x="41" y="109"/>
                  <a:pt x="41" y="109"/>
                  <a:pt x="41" y="109"/>
                </a:cubicBezTo>
                <a:cubicBezTo>
                  <a:pt x="42" y="106"/>
                  <a:pt x="42" y="106"/>
                  <a:pt x="42" y="106"/>
                </a:cubicBezTo>
                <a:cubicBezTo>
                  <a:pt x="33" y="101"/>
                  <a:pt x="33" y="101"/>
                  <a:pt x="33" y="101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2" name="Freeform 12"/>
          <p:cNvSpPr>
            <a:spLocks noEditPoints="1"/>
          </p:cNvSpPr>
          <p:nvPr/>
        </p:nvSpPr>
        <p:spPr bwMode="auto">
          <a:xfrm>
            <a:off x="4464895" y="2050257"/>
            <a:ext cx="214210" cy="307834"/>
          </a:xfrm>
          <a:custGeom>
            <a:avLst/>
            <a:gdLst>
              <a:gd name="T0" fmla="*/ 3 w 121"/>
              <a:gd name="T1" fmla="*/ 119 h 174"/>
              <a:gd name="T2" fmla="*/ 23 w 121"/>
              <a:gd name="T3" fmla="*/ 115 h 174"/>
              <a:gd name="T4" fmla="*/ 38 w 121"/>
              <a:gd name="T5" fmla="*/ 74 h 174"/>
              <a:gd name="T6" fmla="*/ 38 w 121"/>
              <a:gd name="T7" fmla="*/ 74 h 174"/>
              <a:gd name="T8" fmla="*/ 38 w 121"/>
              <a:gd name="T9" fmla="*/ 29 h 174"/>
              <a:gd name="T10" fmla="*/ 54 w 121"/>
              <a:gd name="T11" fmla="*/ 21 h 174"/>
              <a:gd name="T12" fmla="*/ 60 w 121"/>
              <a:gd name="T13" fmla="*/ 0 h 174"/>
              <a:gd name="T14" fmla="*/ 67 w 121"/>
              <a:gd name="T15" fmla="*/ 21 h 174"/>
              <a:gd name="T16" fmla="*/ 92 w 121"/>
              <a:gd name="T17" fmla="*/ 51 h 174"/>
              <a:gd name="T18" fmla="*/ 82 w 121"/>
              <a:gd name="T19" fmla="*/ 74 h 174"/>
              <a:gd name="T20" fmla="*/ 98 w 121"/>
              <a:gd name="T21" fmla="*/ 115 h 174"/>
              <a:gd name="T22" fmla="*/ 117 w 121"/>
              <a:gd name="T23" fmla="*/ 119 h 174"/>
              <a:gd name="T24" fmla="*/ 102 w 121"/>
              <a:gd name="T25" fmla="*/ 124 h 174"/>
              <a:gd name="T26" fmla="*/ 116 w 121"/>
              <a:gd name="T27" fmla="*/ 159 h 174"/>
              <a:gd name="T28" fmla="*/ 120 w 121"/>
              <a:gd name="T29" fmla="*/ 168 h 174"/>
              <a:gd name="T30" fmla="*/ 113 w 121"/>
              <a:gd name="T31" fmla="*/ 171 h 174"/>
              <a:gd name="T32" fmla="*/ 108 w 121"/>
              <a:gd name="T33" fmla="*/ 162 h 174"/>
              <a:gd name="T34" fmla="*/ 87 w 121"/>
              <a:gd name="T35" fmla="*/ 124 h 174"/>
              <a:gd name="T36" fmla="*/ 67 w 121"/>
              <a:gd name="T37" fmla="*/ 129 h 174"/>
              <a:gd name="T38" fmla="*/ 54 w 121"/>
              <a:gd name="T39" fmla="*/ 129 h 174"/>
              <a:gd name="T40" fmla="*/ 34 w 121"/>
              <a:gd name="T41" fmla="*/ 124 h 174"/>
              <a:gd name="T42" fmla="*/ 13 w 121"/>
              <a:gd name="T43" fmla="*/ 162 h 174"/>
              <a:gd name="T44" fmla="*/ 8 w 121"/>
              <a:gd name="T45" fmla="*/ 171 h 174"/>
              <a:gd name="T46" fmla="*/ 1 w 121"/>
              <a:gd name="T47" fmla="*/ 168 h 174"/>
              <a:gd name="T48" fmla="*/ 5 w 121"/>
              <a:gd name="T49" fmla="*/ 159 h 174"/>
              <a:gd name="T50" fmla="*/ 19 w 121"/>
              <a:gd name="T51" fmla="*/ 124 h 174"/>
              <a:gd name="T52" fmla="*/ 54 w 121"/>
              <a:gd name="T53" fmla="*/ 115 h 174"/>
              <a:gd name="T54" fmla="*/ 54 w 121"/>
              <a:gd name="T55" fmla="*/ 110 h 174"/>
              <a:gd name="T56" fmla="*/ 67 w 121"/>
              <a:gd name="T57" fmla="*/ 110 h 174"/>
              <a:gd name="T58" fmla="*/ 83 w 121"/>
              <a:gd name="T59" fmla="*/ 115 h 174"/>
              <a:gd name="T60" fmla="*/ 54 w 121"/>
              <a:gd name="T61" fmla="*/ 82 h 174"/>
              <a:gd name="T62" fmla="*/ 54 w 121"/>
              <a:gd name="T63" fmla="*/ 115 h 174"/>
              <a:gd name="T64" fmla="*/ 73 w 121"/>
              <a:gd name="T65" fmla="*/ 39 h 174"/>
              <a:gd name="T66" fmla="*/ 48 w 121"/>
              <a:gd name="T67" fmla="*/ 39 h 174"/>
              <a:gd name="T68" fmla="*/ 48 w 121"/>
              <a:gd name="T69" fmla="*/ 64 h 174"/>
              <a:gd name="T70" fmla="*/ 68 w 121"/>
              <a:gd name="T71" fmla="*/ 68 h 174"/>
              <a:gd name="T72" fmla="*/ 73 w 121"/>
              <a:gd name="T73" fmla="*/ 64 h 174"/>
              <a:gd name="T74" fmla="*/ 73 w 121"/>
              <a:gd name="T75" fmla="*/ 39 h 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21" h="174">
                <a:moveTo>
                  <a:pt x="8" y="124"/>
                </a:moveTo>
                <a:cubicBezTo>
                  <a:pt x="5" y="124"/>
                  <a:pt x="3" y="122"/>
                  <a:pt x="3" y="119"/>
                </a:cubicBezTo>
                <a:cubicBezTo>
                  <a:pt x="3" y="117"/>
                  <a:pt x="5" y="115"/>
                  <a:pt x="8" y="115"/>
                </a:cubicBezTo>
                <a:cubicBezTo>
                  <a:pt x="23" y="115"/>
                  <a:pt x="23" y="115"/>
                  <a:pt x="23" y="115"/>
                </a:cubicBezTo>
                <a:cubicBezTo>
                  <a:pt x="42" y="77"/>
                  <a:pt x="42" y="77"/>
                  <a:pt x="42" y="77"/>
                </a:cubicBezTo>
                <a:cubicBezTo>
                  <a:pt x="41" y="76"/>
                  <a:pt x="40" y="75"/>
                  <a:pt x="38" y="74"/>
                </a:cubicBezTo>
                <a:cubicBezTo>
                  <a:pt x="38" y="74"/>
                  <a:pt x="38" y="74"/>
                  <a:pt x="38" y="74"/>
                </a:cubicBezTo>
                <a:cubicBezTo>
                  <a:pt x="38" y="74"/>
                  <a:pt x="38" y="74"/>
                  <a:pt x="38" y="74"/>
                </a:cubicBezTo>
                <a:cubicBezTo>
                  <a:pt x="33" y="68"/>
                  <a:pt x="29" y="60"/>
                  <a:pt x="29" y="51"/>
                </a:cubicBezTo>
                <a:cubicBezTo>
                  <a:pt x="29" y="43"/>
                  <a:pt x="33" y="35"/>
                  <a:pt x="38" y="29"/>
                </a:cubicBezTo>
                <a:cubicBezTo>
                  <a:pt x="39" y="29"/>
                  <a:pt x="39" y="29"/>
                  <a:pt x="39" y="29"/>
                </a:cubicBezTo>
                <a:cubicBezTo>
                  <a:pt x="43" y="25"/>
                  <a:pt x="48" y="22"/>
                  <a:pt x="54" y="21"/>
                </a:cubicBezTo>
                <a:cubicBezTo>
                  <a:pt x="54" y="7"/>
                  <a:pt x="54" y="7"/>
                  <a:pt x="54" y="7"/>
                </a:cubicBezTo>
                <a:cubicBezTo>
                  <a:pt x="54" y="3"/>
                  <a:pt x="57" y="0"/>
                  <a:pt x="60" y="0"/>
                </a:cubicBezTo>
                <a:cubicBezTo>
                  <a:pt x="64" y="0"/>
                  <a:pt x="67" y="3"/>
                  <a:pt x="67" y="7"/>
                </a:cubicBezTo>
                <a:cubicBezTo>
                  <a:pt x="67" y="21"/>
                  <a:pt x="67" y="21"/>
                  <a:pt x="67" y="21"/>
                </a:cubicBezTo>
                <a:cubicBezTo>
                  <a:pt x="73" y="22"/>
                  <a:pt x="78" y="25"/>
                  <a:pt x="82" y="29"/>
                </a:cubicBezTo>
                <a:cubicBezTo>
                  <a:pt x="88" y="35"/>
                  <a:pt x="92" y="43"/>
                  <a:pt x="92" y="51"/>
                </a:cubicBezTo>
                <a:cubicBezTo>
                  <a:pt x="92" y="60"/>
                  <a:pt x="88" y="68"/>
                  <a:pt x="82" y="74"/>
                </a:cubicBezTo>
                <a:cubicBezTo>
                  <a:pt x="82" y="74"/>
                  <a:pt x="82" y="74"/>
                  <a:pt x="82" y="74"/>
                </a:cubicBezTo>
                <a:cubicBezTo>
                  <a:pt x="81" y="75"/>
                  <a:pt x="80" y="76"/>
                  <a:pt x="79" y="77"/>
                </a:cubicBezTo>
                <a:cubicBezTo>
                  <a:pt x="98" y="115"/>
                  <a:pt x="98" y="115"/>
                  <a:pt x="98" y="115"/>
                </a:cubicBezTo>
                <a:cubicBezTo>
                  <a:pt x="113" y="115"/>
                  <a:pt x="113" y="115"/>
                  <a:pt x="113" y="115"/>
                </a:cubicBezTo>
                <a:cubicBezTo>
                  <a:pt x="116" y="115"/>
                  <a:pt x="117" y="117"/>
                  <a:pt x="117" y="119"/>
                </a:cubicBezTo>
                <a:cubicBezTo>
                  <a:pt x="117" y="122"/>
                  <a:pt x="116" y="124"/>
                  <a:pt x="113" y="124"/>
                </a:cubicBezTo>
                <a:cubicBezTo>
                  <a:pt x="102" y="124"/>
                  <a:pt x="102" y="124"/>
                  <a:pt x="102" y="124"/>
                </a:cubicBezTo>
                <a:cubicBezTo>
                  <a:pt x="116" y="153"/>
                  <a:pt x="116" y="153"/>
                  <a:pt x="116" y="153"/>
                </a:cubicBezTo>
                <a:cubicBezTo>
                  <a:pt x="117" y="155"/>
                  <a:pt x="117" y="157"/>
                  <a:pt x="116" y="159"/>
                </a:cubicBezTo>
                <a:cubicBezTo>
                  <a:pt x="117" y="162"/>
                  <a:pt x="117" y="162"/>
                  <a:pt x="117" y="162"/>
                </a:cubicBezTo>
                <a:cubicBezTo>
                  <a:pt x="120" y="168"/>
                  <a:pt x="120" y="168"/>
                  <a:pt x="120" y="168"/>
                </a:cubicBezTo>
                <a:cubicBezTo>
                  <a:pt x="121" y="170"/>
                  <a:pt x="120" y="172"/>
                  <a:pt x="118" y="173"/>
                </a:cubicBezTo>
                <a:cubicBezTo>
                  <a:pt x="116" y="174"/>
                  <a:pt x="114" y="173"/>
                  <a:pt x="113" y="171"/>
                </a:cubicBezTo>
                <a:cubicBezTo>
                  <a:pt x="110" y="165"/>
                  <a:pt x="110" y="165"/>
                  <a:pt x="110" y="165"/>
                </a:cubicBezTo>
                <a:cubicBezTo>
                  <a:pt x="108" y="162"/>
                  <a:pt x="108" y="162"/>
                  <a:pt x="108" y="162"/>
                </a:cubicBezTo>
                <a:cubicBezTo>
                  <a:pt x="106" y="162"/>
                  <a:pt x="104" y="160"/>
                  <a:pt x="103" y="158"/>
                </a:cubicBezTo>
                <a:cubicBezTo>
                  <a:pt x="87" y="124"/>
                  <a:pt x="87" y="124"/>
                  <a:pt x="87" y="124"/>
                </a:cubicBezTo>
                <a:cubicBezTo>
                  <a:pt x="67" y="124"/>
                  <a:pt x="67" y="124"/>
                  <a:pt x="67" y="124"/>
                </a:cubicBezTo>
                <a:cubicBezTo>
                  <a:pt x="67" y="129"/>
                  <a:pt x="67" y="129"/>
                  <a:pt x="67" y="129"/>
                </a:cubicBezTo>
                <a:cubicBezTo>
                  <a:pt x="67" y="132"/>
                  <a:pt x="64" y="136"/>
                  <a:pt x="60" y="136"/>
                </a:cubicBezTo>
                <a:cubicBezTo>
                  <a:pt x="57" y="136"/>
                  <a:pt x="54" y="132"/>
                  <a:pt x="54" y="129"/>
                </a:cubicBezTo>
                <a:cubicBezTo>
                  <a:pt x="54" y="124"/>
                  <a:pt x="54" y="124"/>
                  <a:pt x="54" y="124"/>
                </a:cubicBezTo>
                <a:cubicBezTo>
                  <a:pt x="34" y="124"/>
                  <a:pt x="34" y="124"/>
                  <a:pt x="34" y="124"/>
                </a:cubicBezTo>
                <a:cubicBezTo>
                  <a:pt x="17" y="158"/>
                  <a:pt x="17" y="158"/>
                  <a:pt x="17" y="158"/>
                </a:cubicBezTo>
                <a:cubicBezTo>
                  <a:pt x="16" y="160"/>
                  <a:pt x="15" y="162"/>
                  <a:pt x="13" y="162"/>
                </a:cubicBezTo>
                <a:cubicBezTo>
                  <a:pt x="11" y="165"/>
                  <a:pt x="11" y="165"/>
                  <a:pt x="11" y="165"/>
                </a:cubicBezTo>
                <a:cubicBezTo>
                  <a:pt x="8" y="171"/>
                  <a:pt x="8" y="171"/>
                  <a:pt x="8" y="171"/>
                </a:cubicBezTo>
                <a:cubicBezTo>
                  <a:pt x="7" y="173"/>
                  <a:pt x="5" y="174"/>
                  <a:pt x="3" y="173"/>
                </a:cubicBezTo>
                <a:cubicBezTo>
                  <a:pt x="1" y="172"/>
                  <a:pt x="0" y="170"/>
                  <a:pt x="1" y="168"/>
                </a:cubicBezTo>
                <a:cubicBezTo>
                  <a:pt x="4" y="162"/>
                  <a:pt x="4" y="162"/>
                  <a:pt x="4" y="162"/>
                </a:cubicBezTo>
                <a:cubicBezTo>
                  <a:pt x="5" y="159"/>
                  <a:pt x="5" y="159"/>
                  <a:pt x="5" y="159"/>
                </a:cubicBezTo>
                <a:cubicBezTo>
                  <a:pt x="4" y="157"/>
                  <a:pt x="4" y="155"/>
                  <a:pt x="5" y="153"/>
                </a:cubicBezTo>
                <a:cubicBezTo>
                  <a:pt x="19" y="124"/>
                  <a:pt x="19" y="124"/>
                  <a:pt x="19" y="124"/>
                </a:cubicBezTo>
                <a:cubicBezTo>
                  <a:pt x="8" y="124"/>
                  <a:pt x="8" y="124"/>
                  <a:pt x="8" y="124"/>
                </a:cubicBezTo>
                <a:close/>
                <a:moveTo>
                  <a:pt x="54" y="115"/>
                </a:moveTo>
                <a:cubicBezTo>
                  <a:pt x="54" y="115"/>
                  <a:pt x="54" y="115"/>
                  <a:pt x="54" y="115"/>
                </a:cubicBezTo>
                <a:cubicBezTo>
                  <a:pt x="54" y="110"/>
                  <a:pt x="54" y="110"/>
                  <a:pt x="54" y="110"/>
                </a:cubicBezTo>
                <a:cubicBezTo>
                  <a:pt x="54" y="107"/>
                  <a:pt x="57" y="103"/>
                  <a:pt x="60" y="103"/>
                </a:cubicBezTo>
                <a:cubicBezTo>
                  <a:pt x="64" y="103"/>
                  <a:pt x="67" y="107"/>
                  <a:pt x="67" y="110"/>
                </a:cubicBezTo>
                <a:cubicBezTo>
                  <a:pt x="67" y="115"/>
                  <a:pt x="67" y="115"/>
                  <a:pt x="67" y="115"/>
                </a:cubicBezTo>
                <a:cubicBezTo>
                  <a:pt x="83" y="115"/>
                  <a:pt x="83" y="115"/>
                  <a:pt x="83" y="115"/>
                </a:cubicBezTo>
                <a:cubicBezTo>
                  <a:pt x="67" y="82"/>
                  <a:pt x="67" y="82"/>
                  <a:pt x="67" y="82"/>
                </a:cubicBezTo>
                <a:cubicBezTo>
                  <a:pt x="63" y="83"/>
                  <a:pt x="58" y="83"/>
                  <a:pt x="54" y="82"/>
                </a:cubicBezTo>
                <a:cubicBezTo>
                  <a:pt x="38" y="115"/>
                  <a:pt x="38" y="115"/>
                  <a:pt x="38" y="115"/>
                </a:cubicBezTo>
                <a:cubicBezTo>
                  <a:pt x="54" y="115"/>
                  <a:pt x="54" y="115"/>
                  <a:pt x="54" y="115"/>
                </a:cubicBezTo>
                <a:close/>
                <a:moveTo>
                  <a:pt x="73" y="39"/>
                </a:moveTo>
                <a:cubicBezTo>
                  <a:pt x="73" y="39"/>
                  <a:pt x="73" y="39"/>
                  <a:pt x="73" y="39"/>
                </a:cubicBezTo>
                <a:cubicBezTo>
                  <a:pt x="66" y="32"/>
                  <a:pt x="55" y="32"/>
                  <a:pt x="48" y="39"/>
                </a:cubicBezTo>
                <a:cubicBezTo>
                  <a:pt x="48" y="39"/>
                  <a:pt x="48" y="39"/>
                  <a:pt x="48" y="39"/>
                </a:cubicBezTo>
                <a:cubicBezTo>
                  <a:pt x="45" y="42"/>
                  <a:pt x="43" y="47"/>
                  <a:pt x="43" y="51"/>
                </a:cubicBezTo>
                <a:cubicBezTo>
                  <a:pt x="43" y="56"/>
                  <a:pt x="45" y="61"/>
                  <a:pt x="48" y="64"/>
                </a:cubicBezTo>
                <a:cubicBezTo>
                  <a:pt x="53" y="69"/>
                  <a:pt x="61" y="71"/>
                  <a:pt x="67" y="68"/>
                </a:cubicBezTo>
                <a:cubicBezTo>
                  <a:pt x="68" y="68"/>
                  <a:pt x="68" y="68"/>
                  <a:pt x="68" y="68"/>
                </a:cubicBezTo>
                <a:cubicBezTo>
                  <a:pt x="69" y="67"/>
                  <a:pt x="71" y="66"/>
                  <a:pt x="73" y="64"/>
                </a:cubicBezTo>
                <a:cubicBezTo>
                  <a:pt x="73" y="64"/>
                  <a:pt x="73" y="64"/>
                  <a:pt x="73" y="64"/>
                </a:cubicBezTo>
                <a:cubicBezTo>
                  <a:pt x="76" y="61"/>
                  <a:pt x="78" y="56"/>
                  <a:pt x="78" y="51"/>
                </a:cubicBezTo>
                <a:cubicBezTo>
                  <a:pt x="78" y="47"/>
                  <a:pt x="76" y="42"/>
                  <a:pt x="73" y="39"/>
                </a:cubicBezTo>
                <a:cubicBezTo>
                  <a:pt x="73" y="39"/>
                  <a:pt x="73" y="39"/>
                  <a:pt x="73" y="39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3" name="Freeform 13"/>
          <p:cNvSpPr>
            <a:spLocks noEditPoints="1"/>
          </p:cNvSpPr>
          <p:nvPr/>
        </p:nvSpPr>
        <p:spPr bwMode="auto">
          <a:xfrm>
            <a:off x="1100223" y="2059245"/>
            <a:ext cx="349030" cy="289858"/>
          </a:xfrm>
          <a:custGeom>
            <a:avLst/>
            <a:gdLst>
              <a:gd name="T0" fmla="*/ 111 w 197"/>
              <a:gd name="T1" fmla="*/ 11 h 164"/>
              <a:gd name="T2" fmla="*/ 0 w 197"/>
              <a:gd name="T3" fmla="*/ 15 h 164"/>
              <a:gd name="T4" fmla="*/ 105 w 197"/>
              <a:gd name="T5" fmla="*/ 164 h 164"/>
              <a:gd name="T6" fmla="*/ 136 w 197"/>
              <a:gd name="T7" fmla="*/ 159 h 164"/>
              <a:gd name="T8" fmla="*/ 196 w 197"/>
              <a:gd name="T9" fmla="*/ 142 h 164"/>
              <a:gd name="T10" fmla="*/ 52 w 197"/>
              <a:gd name="T11" fmla="*/ 150 h 164"/>
              <a:gd name="T12" fmla="*/ 52 w 197"/>
              <a:gd name="T13" fmla="*/ 22 h 164"/>
              <a:gd name="T14" fmla="*/ 99 w 197"/>
              <a:gd name="T15" fmla="*/ 150 h 164"/>
              <a:gd name="T16" fmla="*/ 99 w 197"/>
              <a:gd name="T17" fmla="*/ 22 h 164"/>
              <a:gd name="T18" fmla="*/ 147 w 197"/>
              <a:gd name="T19" fmla="*/ 149 h 164"/>
              <a:gd name="T20" fmla="*/ 181 w 197"/>
              <a:gd name="T21" fmla="*/ 139 h 164"/>
              <a:gd name="T22" fmla="*/ 23 w 197"/>
              <a:gd name="T23" fmla="*/ 133 h 164"/>
              <a:gd name="T24" fmla="*/ 42 w 197"/>
              <a:gd name="T25" fmla="*/ 134 h 164"/>
              <a:gd name="T26" fmla="*/ 43 w 197"/>
              <a:gd name="T27" fmla="*/ 114 h 164"/>
              <a:gd name="T28" fmla="*/ 23 w 197"/>
              <a:gd name="T29" fmla="*/ 114 h 164"/>
              <a:gd name="T30" fmla="*/ 29 w 197"/>
              <a:gd name="T31" fmla="*/ 120 h 164"/>
              <a:gd name="T32" fmla="*/ 37 w 197"/>
              <a:gd name="T33" fmla="*/ 120 h 164"/>
              <a:gd name="T34" fmla="*/ 37 w 197"/>
              <a:gd name="T35" fmla="*/ 128 h 164"/>
              <a:gd name="T36" fmla="*/ 29 w 197"/>
              <a:gd name="T37" fmla="*/ 127 h 164"/>
              <a:gd name="T38" fmla="*/ 32 w 197"/>
              <a:gd name="T39" fmla="*/ 91 h 164"/>
              <a:gd name="T40" fmla="*/ 36 w 197"/>
              <a:gd name="T41" fmla="*/ 38 h 164"/>
              <a:gd name="T42" fmla="*/ 28 w 197"/>
              <a:gd name="T43" fmla="*/ 87 h 164"/>
              <a:gd name="T44" fmla="*/ 134 w 197"/>
              <a:gd name="T45" fmla="*/ 31 h 164"/>
              <a:gd name="T46" fmla="*/ 149 w 197"/>
              <a:gd name="T47" fmla="*/ 86 h 164"/>
              <a:gd name="T48" fmla="*/ 134 w 197"/>
              <a:gd name="T49" fmla="*/ 31 h 164"/>
              <a:gd name="T50" fmla="*/ 69 w 197"/>
              <a:gd name="T51" fmla="*/ 133 h 164"/>
              <a:gd name="T52" fmla="*/ 88 w 197"/>
              <a:gd name="T53" fmla="*/ 133 h 164"/>
              <a:gd name="T54" fmla="*/ 79 w 197"/>
              <a:gd name="T55" fmla="*/ 110 h 164"/>
              <a:gd name="T56" fmla="*/ 65 w 197"/>
              <a:gd name="T57" fmla="*/ 124 h 164"/>
              <a:gd name="T58" fmla="*/ 75 w 197"/>
              <a:gd name="T59" fmla="*/ 120 h 164"/>
              <a:gd name="T60" fmla="*/ 82 w 197"/>
              <a:gd name="T61" fmla="*/ 120 h 164"/>
              <a:gd name="T62" fmla="*/ 82 w 197"/>
              <a:gd name="T63" fmla="*/ 128 h 164"/>
              <a:gd name="T64" fmla="*/ 74 w 197"/>
              <a:gd name="T65" fmla="*/ 127 h 164"/>
              <a:gd name="T66" fmla="*/ 81 w 197"/>
              <a:gd name="T67" fmla="*/ 91 h 164"/>
              <a:gd name="T68" fmla="*/ 85 w 197"/>
              <a:gd name="T69" fmla="*/ 38 h 164"/>
              <a:gd name="T70" fmla="*/ 77 w 197"/>
              <a:gd name="T71" fmla="*/ 87 h 164"/>
              <a:gd name="T72" fmla="*/ 148 w 197"/>
              <a:gd name="T73" fmla="*/ 109 h 164"/>
              <a:gd name="T74" fmla="*/ 148 w 197"/>
              <a:gd name="T75" fmla="*/ 128 h 164"/>
              <a:gd name="T76" fmla="*/ 167 w 197"/>
              <a:gd name="T77" fmla="*/ 128 h 164"/>
              <a:gd name="T78" fmla="*/ 168 w 197"/>
              <a:gd name="T79" fmla="*/ 109 h 164"/>
              <a:gd name="T80" fmla="*/ 158 w 197"/>
              <a:gd name="T81" fmla="*/ 105 h 164"/>
              <a:gd name="T82" fmla="*/ 154 w 197"/>
              <a:gd name="T83" fmla="*/ 114 h 164"/>
              <a:gd name="T84" fmla="*/ 163 w 197"/>
              <a:gd name="T85" fmla="*/ 118 h 164"/>
              <a:gd name="T86" fmla="*/ 154 w 197"/>
              <a:gd name="T87" fmla="*/ 122 h 164"/>
              <a:gd name="T88" fmla="*/ 154 w 197"/>
              <a:gd name="T89" fmla="*/ 11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97" h="164">
                <a:moveTo>
                  <a:pt x="159" y="6"/>
                </a:moveTo>
                <a:cubicBezTo>
                  <a:pt x="158" y="2"/>
                  <a:pt x="155" y="0"/>
                  <a:pt x="151" y="1"/>
                </a:cubicBezTo>
                <a:cubicBezTo>
                  <a:pt x="111" y="11"/>
                  <a:pt x="111" y="11"/>
                  <a:pt x="111" y="11"/>
                </a:cubicBezTo>
                <a:cubicBezTo>
                  <a:pt x="110" y="10"/>
                  <a:pt x="108" y="8"/>
                  <a:pt x="105" y="8"/>
                </a:cubicBezTo>
                <a:cubicBezTo>
                  <a:pt x="7" y="8"/>
                  <a:pt x="7" y="8"/>
                  <a:pt x="7" y="8"/>
                </a:cubicBezTo>
                <a:cubicBezTo>
                  <a:pt x="3" y="8"/>
                  <a:pt x="0" y="11"/>
                  <a:pt x="0" y="15"/>
                </a:cubicBezTo>
                <a:cubicBezTo>
                  <a:pt x="0" y="157"/>
                  <a:pt x="0" y="157"/>
                  <a:pt x="0" y="157"/>
                </a:cubicBezTo>
                <a:cubicBezTo>
                  <a:pt x="0" y="161"/>
                  <a:pt x="3" y="164"/>
                  <a:pt x="7" y="164"/>
                </a:cubicBezTo>
                <a:cubicBezTo>
                  <a:pt x="105" y="164"/>
                  <a:pt x="105" y="164"/>
                  <a:pt x="105" y="164"/>
                </a:cubicBezTo>
                <a:cubicBezTo>
                  <a:pt x="109" y="164"/>
                  <a:pt x="112" y="161"/>
                  <a:pt x="112" y="157"/>
                </a:cubicBezTo>
                <a:cubicBezTo>
                  <a:pt x="112" y="71"/>
                  <a:pt x="112" y="71"/>
                  <a:pt x="112" y="71"/>
                </a:cubicBezTo>
                <a:cubicBezTo>
                  <a:pt x="136" y="159"/>
                  <a:pt x="136" y="159"/>
                  <a:pt x="136" y="159"/>
                </a:cubicBezTo>
                <a:cubicBezTo>
                  <a:pt x="136" y="162"/>
                  <a:pt x="140" y="164"/>
                  <a:pt x="144" y="163"/>
                </a:cubicBezTo>
                <a:cubicBezTo>
                  <a:pt x="191" y="151"/>
                  <a:pt x="191" y="151"/>
                  <a:pt x="191" y="151"/>
                </a:cubicBezTo>
                <a:cubicBezTo>
                  <a:pt x="195" y="150"/>
                  <a:pt x="197" y="146"/>
                  <a:pt x="196" y="142"/>
                </a:cubicBezTo>
                <a:cubicBezTo>
                  <a:pt x="159" y="6"/>
                  <a:pt x="159" y="6"/>
                  <a:pt x="159" y="6"/>
                </a:cubicBezTo>
                <a:close/>
                <a:moveTo>
                  <a:pt x="52" y="150"/>
                </a:moveTo>
                <a:cubicBezTo>
                  <a:pt x="52" y="150"/>
                  <a:pt x="52" y="150"/>
                  <a:pt x="52" y="150"/>
                </a:cubicBezTo>
                <a:cubicBezTo>
                  <a:pt x="14" y="150"/>
                  <a:pt x="14" y="150"/>
                  <a:pt x="14" y="150"/>
                </a:cubicBezTo>
                <a:cubicBezTo>
                  <a:pt x="14" y="22"/>
                  <a:pt x="14" y="22"/>
                  <a:pt x="14" y="22"/>
                </a:cubicBezTo>
                <a:cubicBezTo>
                  <a:pt x="52" y="22"/>
                  <a:pt x="52" y="22"/>
                  <a:pt x="52" y="22"/>
                </a:cubicBezTo>
                <a:cubicBezTo>
                  <a:pt x="52" y="150"/>
                  <a:pt x="52" y="150"/>
                  <a:pt x="52" y="150"/>
                </a:cubicBezTo>
                <a:close/>
                <a:moveTo>
                  <a:pt x="99" y="150"/>
                </a:moveTo>
                <a:cubicBezTo>
                  <a:pt x="99" y="150"/>
                  <a:pt x="99" y="150"/>
                  <a:pt x="99" y="150"/>
                </a:cubicBezTo>
                <a:cubicBezTo>
                  <a:pt x="60" y="150"/>
                  <a:pt x="60" y="150"/>
                  <a:pt x="60" y="150"/>
                </a:cubicBezTo>
                <a:cubicBezTo>
                  <a:pt x="60" y="22"/>
                  <a:pt x="60" y="22"/>
                  <a:pt x="60" y="22"/>
                </a:cubicBezTo>
                <a:cubicBezTo>
                  <a:pt x="99" y="22"/>
                  <a:pt x="99" y="22"/>
                  <a:pt x="99" y="22"/>
                </a:cubicBezTo>
                <a:cubicBezTo>
                  <a:pt x="99" y="150"/>
                  <a:pt x="99" y="150"/>
                  <a:pt x="99" y="150"/>
                </a:cubicBezTo>
                <a:close/>
                <a:moveTo>
                  <a:pt x="147" y="149"/>
                </a:moveTo>
                <a:cubicBezTo>
                  <a:pt x="147" y="149"/>
                  <a:pt x="147" y="149"/>
                  <a:pt x="147" y="149"/>
                </a:cubicBezTo>
                <a:cubicBezTo>
                  <a:pt x="114" y="25"/>
                  <a:pt x="114" y="25"/>
                  <a:pt x="114" y="25"/>
                </a:cubicBezTo>
                <a:cubicBezTo>
                  <a:pt x="148" y="16"/>
                  <a:pt x="148" y="16"/>
                  <a:pt x="148" y="16"/>
                </a:cubicBezTo>
                <a:cubicBezTo>
                  <a:pt x="181" y="139"/>
                  <a:pt x="181" y="139"/>
                  <a:pt x="181" y="139"/>
                </a:cubicBezTo>
                <a:cubicBezTo>
                  <a:pt x="147" y="149"/>
                  <a:pt x="147" y="149"/>
                  <a:pt x="147" y="149"/>
                </a:cubicBezTo>
                <a:close/>
                <a:moveTo>
                  <a:pt x="23" y="133"/>
                </a:moveTo>
                <a:cubicBezTo>
                  <a:pt x="23" y="133"/>
                  <a:pt x="23" y="133"/>
                  <a:pt x="23" y="133"/>
                </a:cubicBezTo>
                <a:cubicBezTo>
                  <a:pt x="23" y="133"/>
                  <a:pt x="23" y="133"/>
                  <a:pt x="23" y="133"/>
                </a:cubicBezTo>
                <a:cubicBezTo>
                  <a:pt x="26" y="136"/>
                  <a:pt x="29" y="137"/>
                  <a:pt x="33" y="137"/>
                </a:cubicBezTo>
                <a:cubicBezTo>
                  <a:pt x="37" y="137"/>
                  <a:pt x="40" y="136"/>
                  <a:pt x="42" y="134"/>
                </a:cubicBezTo>
                <a:cubicBezTo>
                  <a:pt x="43" y="133"/>
                  <a:pt x="43" y="133"/>
                  <a:pt x="43" y="133"/>
                </a:cubicBezTo>
                <a:cubicBezTo>
                  <a:pt x="45" y="131"/>
                  <a:pt x="47" y="127"/>
                  <a:pt x="47" y="124"/>
                </a:cubicBezTo>
                <a:cubicBezTo>
                  <a:pt x="47" y="120"/>
                  <a:pt x="45" y="116"/>
                  <a:pt x="43" y="114"/>
                </a:cubicBezTo>
                <a:cubicBezTo>
                  <a:pt x="42" y="114"/>
                  <a:pt x="42" y="114"/>
                  <a:pt x="42" y="114"/>
                </a:cubicBezTo>
                <a:cubicBezTo>
                  <a:pt x="40" y="112"/>
                  <a:pt x="37" y="110"/>
                  <a:pt x="33" y="110"/>
                </a:cubicBezTo>
                <a:cubicBezTo>
                  <a:pt x="29" y="110"/>
                  <a:pt x="26" y="112"/>
                  <a:pt x="23" y="114"/>
                </a:cubicBezTo>
                <a:cubicBezTo>
                  <a:pt x="21" y="116"/>
                  <a:pt x="19" y="120"/>
                  <a:pt x="19" y="124"/>
                </a:cubicBezTo>
                <a:cubicBezTo>
                  <a:pt x="19" y="127"/>
                  <a:pt x="21" y="131"/>
                  <a:pt x="23" y="133"/>
                </a:cubicBezTo>
                <a:close/>
                <a:moveTo>
                  <a:pt x="29" y="120"/>
                </a:moveTo>
                <a:cubicBezTo>
                  <a:pt x="29" y="120"/>
                  <a:pt x="29" y="120"/>
                  <a:pt x="29" y="120"/>
                </a:cubicBezTo>
                <a:cubicBezTo>
                  <a:pt x="30" y="119"/>
                  <a:pt x="31" y="118"/>
                  <a:pt x="33" y="118"/>
                </a:cubicBezTo>
                <a:cubicBezTo>
                  <a:pt x="34" y="118"/>
                  <a:pt x="36" y="119"/>
                  <a:pt x="37" y="120"/>
                </a:cubicBezTo>
                <a:cubicBezTo>
                  <a:pt x="37" y="120"/>
                  <a:pt x="37" y="120"/>
                  <a:pt x="37" y="120"/>
                </a:cubicBezTo>
                <a:cubicBezTo>
                  <a:pt x="38" y="121"/>
                  <a:pt x="38" y="122"/>
                  <a:pt x="38" y="124"/>
                </a:cubicBezTo>
                <a:cubicBezTo>
                  <a:pt x="38" y="125"/>
                  <a:pt x="38" y="127"/>
                  <a:pt x="37" y="128"/>
                </a:cubicBezTo>
                <a:cubicBezTo>
                  <a:pt x="36" y="129"/>
                  <a:pt x="34" y="129"/>
                  <a:pt x="33" y="129"/>
                </a:cubicBezTo>
                <a:cubicBezTo>
                  <a:pt x="31" y="129"/>
                  <a:pt x="30" y="129"/>
                  <a:pt x="29" y="128"/>
                </a:cubicBezTo>
                <a:cubicBezTo>
                  <a:pt x="29" y="127"/>
                  <a:pt x="29" y="127"/>
                  <a:pt x="29" y="127"/>
                </a:cubicBezTo>
                <a:cubicBezTo>
                  <a:pt x="28" y="126"/>
                  <a:pt x="27" y="125"/>
                  <a:pt x="27" y="124"/>
                </a:cubicBezTo>
                <a:cubicBezTo>
                  <a:pt x="27" y="122"/>
                  <a:pt x="28" y="121"/>
                  <a:pt x="29" y="120"/>
                </a:cubicBezTo>
                <a:close/>
                <a:moveTo>
                  <a:pt x="32" y="91"/>
                </a:moveTo>
                <a:cubicBezTo>
                  <a:pt x="32" y="91"/>
                  <a:pt x="32" y="91"/>
                  <a:pt x="32" y="91"/>
                </a:cubicBezTo>
                <a:cubicBezTo>
                  <a:pt x="34" y="91"/>
                  <a:pt x="36" y="89"/>
                  <a:pt x="36" y="87"/>
                </a:cubicBezTo>
                <a:cubicBezTo>
                  <a:pt x="36" y="38"/>
                  <a:pt x="36" y="38"/>
                  <a:pt x="36" y="38"/>
                </a:cubicBezTo>
                <a:cubicBezTo>
                  <a:pt x="36" y="35"/>
                  <a:pt x="34" y="34"/>
                  <a:pt x="32" y="34"/>
                </a:cubicBezTo>
                <a:cubicBezTo>
                  <a:pt x="29" y="34"/>
                  <a:pt x="28" y="35"/>
                  <a:pt x="28" y="38"/>
                </a:cubicBezTo>
                <a:cubicBezTo>
                  <a:pt x="28" y="87"/>
                  <a:pt x="28" y="87"/>
                  <a:pt x="28" y="87"/>
                </a:cubicBezTo>
                <a:cubicBezTo>
                  <a:pt x="28" y="89"/>
                  <a:pt x="29" y="91"/>
                  <a:pt x="32" y="91"/>
                </a:cubicBezTo>
                <a:close/>
                <a:moveTo>
                  <a:pt x="134" y="31"/>
                </a:moveTo>
                <a:cubicBezTo>
                  <a:pt x="134" y="31"/>
                  <a:pt x="134" y="31"/>
                  <a:pt x="134" y="31"/>
                </a:cubicBezTo>
                <a:cubicBezTo>
                  <a:pt x="132" y="32"/>
                  <a:pt x="131" y="34"/>
                  <a:pt x="131" y="36"/>
                </a:cubicBezTo>
                <a:cubicBezTo>
                  <a:pt x="144" y="84"/>
                  <a:pt x="144" y="84"/>
                  <a:pt x="144" y="84"/>
                </a:cubicBezTo>
                <a:cubicBezTo>
                  <a:pt x="144" y="86"/>
                  <a:pt x="146" y="87"/>
                  <a:pt x="149" y="86"/>
                </a:cubicBezTo>
                <a:cubicBezTo>
                  <a:pt x="151" y="86"/>
                  <a:pt x="152" y="84"/>
                  <a:pt x="152" y="82"/>
                </a:cubicBezTo>
                <a:cubicBezTo>
                  <a:pt x="139" y="34"/>
                  <a:pt x="139" y="34"/>
                  <a:pt x="139" y="34"/>
                </a:cubicBezTo>
                <a:cubicBezTo>
                  <a:pt x="138" y="32"/>
                  <a:pt x="136" y="31"/>
                  <a:pt x="134" y="31"/>
                </a:cubicBezTo>
                <a:close/>
                <a:moveTo>
                  <a:pt x="69" y="133"/>
                </a:moveTo>
                <a:cubicBezTo>
                  <a:pt x="69" y="133"/>
                  <a:pt x="69" y="133"/>
                  <a:pt x="69" y="133"/>
                </a:cubicBezTo>
                <a:cubicBezTo>
                  <a:pt x="69" y="133"/>
                  <a:pt x="69" y="133"/>
                  <a:pt x="69" y="133"/>
                </a:cubicBezTo>
                <a:cubicBezTo>
                  <a:pt x="71" y="136"/>
                  <a:pt x="75" y="137"/>
                  <a:pt x="79" y="137"/>
                </a:cubicBezTo>
                <a:cubicBezTo>
                  <a:pt x="82" y="137"/>
                  <a:pt x="86" y="136"/>
                  <a:pt x="88" y="134"/>
                </a:cubicBezTo>
                <a:cubicBezTo>
                  <a:pt x="88" y="133"/>
                  <a:pt x="88" y="133"/>
                  <a:pt x="88" y="133"/>
                </a:cubicBezTo>
                <a:cubicBezTo>
                  <a:pt x="91" y="131"/>
                  <a:pt x="92" y="127"/>
                  <a:pt x="92" y="124"/>
                </a:cubicBezTo>
                <a:cubicBezTo>
                  <a:pt x="92" y="120"/>
                  <a:pt x="91" y="116"/>
                  <a:pt x="88" y="114"/>
                </a:cubicBezTo>
                <a:cubicBezTo>
                  <a:pt x="86" y="112"/>
                  <a:pt x="82" y="110"/>
                  <a:pt x="79" y="110"/>
                </a:cubicBezTo>
                <a:cubicBezTo>
                  <a:pt x="75" y="110"/>
                  <a:pt x="71" y="112"/>
                  <a:pt x="69" y="114"/>
                </a:cubicBezTo>
                <a:cubicBezTo>
                  <a:pt x="69" y="114"/>
                  <a:pt x="69" y="114"/>
                  <a:pt x="69" y="114"/>
                </a:cubicBezTo>
                <a:cubicBezTo>
                  <a:pt x="66" y="116"/>
                  <a:pt x="65" y="120"/>
                  <a:pt x="65" y="124"/>
                </a:cubicBezTo>
                <a:cubicBezTo>
                  <a:pt x="65" y="127"/>
                  <a:pt x="66" y="131"/>
                  <a:pt x="69" y="133"/>
                </a:cubicBezTo>
                <a:close/>
                <a:moveTo>
                  <a:pt x="75" y="120"/>
                </a:moveTo>
                <a:cubicBezTo>
                  <a:pt x="75" y="120"/>
                  <a:pt x="75" y="120"/>
                  <a:pt x="75" y="120"/>
                </a:cubicBezTo>
                <a:cubicBezTo>
                  <a:pt x="76" y="119"/>
                  <a:pt x="77" y="118"/>
                  <a:pt x="79" y="118"/>
                </a:cubicBezTo>
                <a:cubicBezTo>
                  <a:pt x="80" y="118"/>
                  <a:pt x="81" y="119"/>
                  <a:pt x="82" y="120"/>
                </a:cubicBezTo>
                <a:cubicBezTo>
                  <a:pt x="82" y="120"/>
                  <a:pt x="82" y="120"/>
                  <a:pt x="82" y="120"/>
                </a:cubicBezTo>
                <a:cubicBezTo>
                  <a:pt x="84" y="121"/>
                  <a:pt x="84" y="122"/>
                  <a:pt x="84" y="124"/>
                </a:cubicBezTo>
                <a:cubicBezTo>
                  <a:pt x="84" y="125"/>
                  <a:pt x="84" y="127"/>
                  <a:pt x="83" y="128"/>
                </a:cubicBezTo>
                <a:cubicBezTo>
                  <a:pt x="82" y="128"/>
                  <a:pt x="82" y="128"/>
                  <a:pt x="82" y="128"/>
                </a:cubicBezTo>
                <a:cubicBezTo>
                  <a:pt x="81" y="129"/>
                  <a:pt x="80" y="129"/>
                  <a:pt x="79" y="129"/>
                </a:cubicBezTo>
                <a:cubicBezTo>
                  <a:pt x="77" y="129"/>
                  <a:pt x="76" y="129"/>
                  <a:pt x="75" y="128"/>
                </a:cubicBezTo>
                <a:cubicBezTo>
                  <a:pt x="74" y="127"/>
                  <a:pt x="74" y="127"/>
                  <a:pt x="74" y="127"/>
                </a:cubicBezTo>
                <a:cubicBezTo>
                  <a:pt x="74" y="126"/>
                  <a:pt x="73" y="125"/>
                  <a:pt x="73" y="124"/>
                </a:cubicBezTo>
                <a:cubicBezTo>
                  <a:pt x="73" y="122"/>
                  <a:pt x="74" y="121"/>
                  <a:pt x="75" y="120"/>
                </a:cubicBezTo>
                <a:close/>
                <a:moveTo>
                  <a:pt x="81" y="91"/>
                </a:moveTo>
                <a:cubicBezTo>
                  <a:pt x="81" y="91"/>
                  <a:pt x="81" y="91"/>
                  <a:pt x="81" y="91"/>
                </a:cubicBezTo>
                <a:cubicBezTo>
                  <a:pt x="83" y="91"/>
                  <a:pt x="85" y="89"/>
                  <a:pt x="85" y="87"/>
                </a:cubicBezTo>
                <a:cubicBezTo>
                  <a:pt x="85" y="38"/>
                  <a:pt x="85" y="38"/>
                  <a:pt x="85" y="38"/>
                </a:cubicBezTo>
                <a:cubicBezTo>
                  <a:pt x="85" y="35"/>
                  <a:pt x="83" y="34"/>
                  <a:pt x="81" y="34"/>
                </a:cubicBezTo>
                <a:cubicBezTo>
                  <a:pt x="79" y="34"/>
                  <a:pt x="77" y="35"/>
                  <a:pt x="77" y="38"/>
                </a:cubicBezTo>
                <a:cubicBezTo>
                  <a:pt x="77" y="87"/>
                  <a:pt x="77" y="87"/>
                  <a:pt x="77" y="87"/>
                </a:cubicBezTo>
                <a:cubicBezTo>
                  <a:pt x="77" y="89"/>
                  <a:pt x="79" y="91"/>
                  <a:pt x="81" y="91"/>
                </a:cubicBezTo>
                <a:close/>
                <a:moveTo>
                  <a:pt x="148" y="109"/>
                </a:moveTo>
                <a:cubicBezTo>
                  <a:pt x="148" y="109"/>
                  <a:pt x="148" y="109"/>
                  <a:pt x="148" y="109"/>
                </a:cubicBezTo>
                <a:cubicBezTo>
                  <a:pt x="146" y="111"/>
                  <a:pt x="144" y="114"/>
                  <a:pt x="144" y="118"/>
                </a:cubicBezTo>
                <a:cubicBezTo>
                  <a:pt x="144" y="122"/>
                  <a:pt x="146" y="125"/>
                  <a:pt x="148" y="128"/>
                </a:cubicBezTo>
                <a:cubicBezTo>
                  <a:pt x="148" y="128"/>
                  <a:pt x="148" y="128"/>
                  <a:pt x="148" y="128"/>
                </a:cubicBezTo>
                <a:cubicBezTo>
                  <a:pt x="151" y="130"/>
                  <a:pt x="154" y="132"/>
                  <a:pt x="158" y="132"/>
                </a:cubicBezTo>
                <a:cubicBezTo>
                  <a:pt x="161" y="132"/>
                  <a:pt x="165" y="131"/>
                  <a:pt x="167" y="128"/>
                </a:cubicBezTo>
                <a:cubicBezTo>
                  <a:pt x="167" y="128"/>
                  <a:pt x="167" y="128"/>
                  <a:pt x="167" y="128"/>
                </a:cubicBezTo>
                <a:cubicBezTo>
                  <a:pt x="168" y="128"/>
                  <a:pt x="168" y="128"/>
                  <a:pt x="168" y="128"/>
                </a:cubicBezTo>
                <a:cubicBezTo>
                  <a:pt x="170" y="126"/>
                  <a:pt x="171" y="122"/>
                  <a:pt x="171" y="118"/>
                </a:cubicBezTo>
                <a:cubicBezTo>
                  <a:pt x="171" y="114"/>
                  <a:pt x="170" y="111"/>
                  <a:pt x="168" y="109"/>
                </a:cubicBezTo>
                <a:cubicBezTo>
                  <a:pt x="168" y="109"/>
                  <a:pt x="168" y="109"/>
                  <a:pt x="168" y="109"/>
                </a:cubicBezTo>
                <a:cubicBezTo>
                  <a:pt x="168" y="109"/>
                  <a:pt x="168" y="109"/>
                  <a:pt x="168" y="109"/>
                </a:cubicBezTo>
                <a:cubicBezTo>
                  <a:pt x="165" y="106"/>
                  <a:pt x="162" y="105"/>
                  <a:pt x="158" y="105"/>
                </a:cubicBezTo>
                <a:cubicBezTo>
                  <a:pt x="154" y="105"/>
                  <a:pt x="151" y="106"/>
                  <a:pt x="148" y="109"/>
                </a:cubicBezTo>
                <a:close/>
                <a:moveTo>
                  <a:pt x="154" y="114"/>
                </a:moveTo>
                <a:cubicBezTo>
                  <a:pt x="154" y="114"/>
                  <a:pt x="154" y="114"/>
                  <a:pt x="154" y="114"/>
                </a:cubicBezTo>
                <a:cubicBezTo>
                  <a:pt x="155" y="113"/>
                  <a:pt x="156" y="113"/>
                  <a:pt x="158" y="113"/>
                </a:cubicBezTo>
                <a:cubicBezTo>
                  <a:pt x="159" y="113"/>
                  <a:pt x="161" y="113"/>
                  <a:pt x="162" y="114"/>
                </a:cubicBezTo>
                <a:cubicBezTo>
                  <a:pt x="163" y="115"/>
                  <a:pt x="163" y="117"/>
                  <a:pt x="163" y="118"/>
                </a:cubicBezTo>
                <a:cubicBezTo>
                  <a:pt x="163" y="120"/>
                  <a:pt x="163" y="121"/>
                  <a:pt x="162" y="122"/>
                </a:cubicBezTo>
                <a:cubicBezTo>
                  <a:pt x="161" y="123"/>
                  <a:pt x="159" y="124"/>
                  <a:pt x="158" y="124"/>
                </a:cubicBezTo>
                <a:cubicBezTo>
                  <a:pt x="156" y="124"/>
                  <a:pt x="155" y="123"/>
                  <a:pt x="154" y="122"/>
                </a:cubicBezTo>
                <a:cubicBezTo>
                  <a:pt x="154" y="122"/>
                  <a:pt x="154" y="122"/>
                  <a:pt x="154" y="122"/>
                </a:cubicBezTo>
                <a:cubicBezTo>
                  <a:pt x="153" y="121"/>
                  <a:pt x="152" y="120"/>
                  <a:pt x="152" y="118"/>
                </a:cubicBezTo>
                <a:cubicBezTo>
                  <a:pt x="152" y="117"/>
                  <a:pt x="153" y="115"/>
                  <a:pt x="154" y="114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74" name="组合 73"/>
          <p:cNvGrpSpPr/>
          <p:nvPr/>
        </p:nvGrpSpPr>
        <p:grpSpPr>
          <a:xfrm>
            <a:off x="2167164" y="2571750"/>
            <a:ext cx="1512542" cy="1895740"/>
            <a:chOff x="522514" y="3027330"/>
            <a:chExt cx="1512542" cy="1440160"/>
          </a:xfrm>
        </p:grpSpPr>
        <p:sp>
          <p:nvSpPr>
            <p:cNvPr id="75" name="矩形 74"/>
            <p:cNvSpPr/>
            <p:nvPr/>
          </p:nvSpPr>
          <p:spPr>
            <a:xfrm>
              <a:off x="522514" y="3027330"/>
              <a:ext cx="1512542" cy="1440160"/>
            </a:xfrm>
            <a:prstGeom prst="rect">
              <a:avLst/>
            </a:prstGeom>
            <a:solidFill>
              <a:schemeClr val="bg1">
                <a:lumMod val="8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6" name="直接连接符 75"/>
            <p:cNvCxnSpPr/>
            <p:nvPr/>
          </p:nvCxnSpPr>
          <p:spPr>
            <a:xfrm>
              <a:off x="522514" y="3393953"/>
              <a:ext cx="1512542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组合 76"/>
          <p:cNvGrpSpPr/>
          <p:nvPr/>
        </p:nvGrpSpPr>
        <p:grpSpPr>
          <a:xfrm>
            <a:off x="3818164" y="2571750"/>
            <a:ext cx="1512542" cy="1895740"/>
            <a:chOff x="522514" y="3027330"/>
            <a:chExt cx="1512542" cy="1440160"/>
          </a:xfrm>
        </p:grpSpPr>
        <p:sp>
          <p:nvSpPr>
            <p:cNvPr id="78" name="矩形 77"/>
            <p:cNvSpPr/>
            <p:nvPr/>
          </p:nvSpPr>
          <p:spPr>
            <a:xfrm>
              <a:off x="522514" y="3027330"/>
              <a:ext cx="1512542" cy="1440160"/>
            </a:xfrm>
            <a:prstGeom prst="rect">
              <a:avLst/>
            </a:prstGeom>
            <a:solidFill>
              <a:schemeClr val="bg1">
                <a:lumMod val="8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9" name="直接连接符 78"/>
            <p:cNvCxnSpPr/>
            <p:nvPr/>
          </p:nvCxnSpPr>
          <p:spPr>
            <a:xfrm>
              <a:off x="522514" y="3393953"/>
              <a:ext cx="1512542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组合 79"/>
          <p:cNvGrpSpPr/>
          <p:nvPr/>
        </p:nvGrpSpPr>
        <p:grpSpPr>
          <a:xfrm>
            <a:off x="5475514" y="2571750"/>
            <a:ext cx="1512542" cy="1895740"/>
            <a:chOff x="522514" y="3027330"/>
            <a:chExt cx="1512542" cy="1440160"/>
          </a:xfrm>
        </p:grpSpPr>
        <p:sp>
          <p:nvSpPr>
            <p:cNvPr id="81" name="矩形 80"/>
            <p:cNvSpPr/>
            <p:nvPr/>
          </p:nvSpPr>
          <p:spPr>
            <a:xfrm>
              <a:off x="522514" y="3027330"/>
              <a:ext cx="1512542" cy="1440160"/>
            </a:xfrm>
            <a:prstGeom prst="rect">
              <a:avLst/>
            </a:prstGeom>
            <a:solidFill>
              <a:schemeClr val="bg1">
                <a:lumMod val="8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2" name="直接连接符 81"/>
            <p:cNvCxnSpPr/>
            <p:nvPr/>
          </p:nvCxnSpPr>
          <p:spPr>
            <a:xfrm>
              <a:off x="522514" y="3393953"/>
              <a:ext cx="1512542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组合 82"/>
          <p:cNvGrpSpPr/>
          <p:nvPr/>
        </p:nvGrpSpPr>
        <p:grpSpPr>
          <a:xfrm>
            <a:off x="7120164" y="2571750"/>
            <a:ext cx="1512542" cy="1895740"/>
            <a:chOff x="522514" y="3027330"/>
            <a:chExt cx="1512542" cy="1440160"/>
          </a:xfrm>
        </p:grpSpPr>
        <p:sp>
          <p:nvSpPr>
            <p:cNvPr id="84" name="矩形 83"/>
            <p:cNvSpPr/>
            <p:nvPr/>
          </p:nvSpPr>
          <p:spPr>
            <a:xfrm>
              <a:off x="522514" y="3027330"/>
              <a:ext cx="1512542" cy="1440160"/>
            </a:xfrm>
            <a:prstGeom prst="rect">
              <a:avLst/>
            </a:prstGeom>
            <a:solidFill>
              <a:schemeClr val="bg1">
                <a:lumMod val="8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5" name="直接连接符 84"/>
            <p:cNvCxnSpPr/>
            <p:nvPr/>
          </p:nvCxnSpPr>
          <p:spPr>
            <a:xfrm>
              <a:off x="522514" y="3393953"/>
              <a:ext cx="1512542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矩形 58"/>
          <p:cNvSpPr/>
          <p:nvPr/>
        </p:nvSpPr>
        <p:spPr>
          <a:xfrm>
            <a:off x="4223188" y="3111789"/>
            <a:ext cx="697627" cy="7568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编码方式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特征选择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分箱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2506373" y="3111789"/>
            <a:ext cx="825867" cy="5260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缺失值处理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异常值处理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661320" y="3111789"/>
            <a:ext cx="1210588" cy="984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初步分析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查重与缺失值观测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数值型特征分析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标称型特征分析</a:t>
            </a:r>
          </a:p>
        </p:txBody>
      </p:sp>
      <p:sp>
        <p:nvSpPr>
          <p:cNvPr id="62" name="矩形 61"/>
          <p:cNvSpPr/>
          <p:nvPr/>
        </p:nvSpPr>
        <p:spPr>
          <a:xfrm>
            <a:off x="7535347" y="3111789"/>
            <a:ext cx="697627" cy="5260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存在问题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后续展望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5882652" y="3111789"/>
            <a:ext cx="697627" cy="7568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逻辑回归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KNN</a:t>
            </a: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树模型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4171895" y="2667289"/>
            <a:ext cx="8002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特征工程</a:t>
            </a:r>
          </a:p>
        </p:txBody>
      </p:sp>
      <p:sp>
        <p:nvSpPr>
          <p:cNvPr id="65" name="矩形 64"/>
          <p:cNvSpPr/>
          <p:nvPr/>
        </p:nvSpPr>
        <p:spPr>
          <a:xfrm>
            <a:off x="2519198" y="2667289"/>
            <a:ext cx="8002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数据清洗</a:t>
            </a:r>
          </a:p>
        </p:txBody>
      </p:sp>
      <p:sp>
        <p:nvSpPr>
          <p:cNvPr id="66" name="矩形 65"/>
          <p:cNvSpPr/>
          <p:nvPr/>
        </p:nvSpPr>
        <p:spPr>
          <a:xfrm>
            <a:off x="697527" y="2667289"/>
            <a:ext cx="113817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数据特征分析</a:t>
            </a:r>
          </a:p>
        </p:txBody>
      </p:sp>
      <p:sp>
        <p:nvSpPr>
          <p:cNvPr id="67" name="矩形 66"/>
          <p:cNvSpPr/>
          <p:nvPr/>
        </p:nvSpPr>
        <p:spPr>
          <a:xfrm>
            <a:off x="7637937" y="2667289"/>
            <a:ext cx="4924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结语</a:t>
            </a:r>
          </a:p>
        </p:txBody>
      </p:sp>
      <p:sp>
        <p:nvSpPr>
          <p:cNvPr id="68" name="矩形 67"/>
          <p:cNvSpPr/>
          <p:nvPr/>
        </p:nvSpPr>
        <p:spPr>
          <a:xfrm>
            <a:off x="5600526" y="2667289"/>
            <a:ext cx="126188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模型拟合与优化</a:t>
            </a:r>
          </a:p>
        </p:txBody>
      </p:sp>
    </p:spTree>
    <p:extLst>
      <p:ext uri="{BB962C8B-B14F-4D97-AF65-F5344CB8AC3E}">
        <p14:creationId xmlns:p14="http://schemas.microsoft.com/office/powerpoint/2010/main" val="17943070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/>
          <p:cNvSpPr/>
          <p:nvPr/>
        </p:nvSpPr>
        <p:spPr>
          <a:xfrm>
            <a:off x="4660132" y="2676794"/>
            <a:ext cx="870751" cy="7568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逻辑回归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KNN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树模型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364088" y="2070506"/>
            <a:ext cx="21602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模型拟合与优化</a:t>
            </a:r>
          </a:p>
        </p:txBody>
      </p:sp>
      <p:sp>
        <p:nvSpPr>
          <p:cNvPr id="41" name="矩形 40"/>
          <p:cNvSpPr/>
          <p:nvPr/>
        </p:nvSpPr>
        <p:spPr>
          <a:xfrm>
            <a:off x="4573570" y="1790523"/>
            <a:ext cx="7905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4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04</a:t>
            </a:r>
            <a:endParaRPr lang="zh-CN" altLang="en-US" sz="44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0" y="2517744"/>
            <a:ext cx="9144000" cy="54006"/>
            <a:chOff x="2190216" y="0"/>
            <a:chExt cx="7128792" cy="108012"/>
          </a:xfrm>
        </p:grpSpPr>
        <p:sp>
          <p:nvSpPr>
            <p:cNvPr id="50" name="矩形 49"/>
            <p:cNvSpPr/>
            <p:nvPr/>
          </p:nvSpPr>
          <p:spPr>
            <a:xfrm>
              <a:off x="2190216" y="0"/>
              <a:ext cx="1188132" cy="1080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/>
            <p:cNvSpPr/>
            <p:nvPr/>
          </p:nvSpPr>
          <p:spPr>
            <a:xfrm>
              <a:off x="3378348" y="0"/>
              <a:ext cx="1188132" cy="1080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 55"/>
            <p:cNvSpPr/>
            <p:nvPr/>
          </p:nvSpPr>
          <p:spPr>
            <a:xfrm>
              <a:off x="4566480" y="0"/>
              <a:ext cx="1188132" cy="1080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矩形 56"/>
            <p:cNvSpPr/>
            <p:nvPr/>
          </p:nvSpPr>
          <p:spPr>
            <a:xfrm>
              <a:off x="5754612" y="0"/>
              <a:ext cx="1188132" cy="10801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/>
            <p:cNvSpPr/>
            <p:nvPr/>
          </p:nvSpPr>
          <p:spPr>
            <a:xfrm>
              <a:off x="6942744" y="0"/>
              <a:ext cx="1188132" cy="10801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矩形 73"/>
            <p:cNvSpPr/>
            <p:nvPr/>
          </p:nvSpPr>
          <p:spPr>
            <a:xfrm>
              <a:off x="8130876" y="0"/>
              <a:ext cx="1188132" cy="108012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9"/>
          <p:cNvSpPr>
            <a:spLocks noChangeArrowheads="1"/>
          </p:cNvSpPr>
          <p:nvPr/>
        </p:nvSpPr>
        <p:spPr bwMode="auto">
          <a:xfrm>
            <a:off x="416159" y="278281"/>
            <a:ext cx="2778059" cy="307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itchFamily="34" charset="0"/>
              <a:buNone/>
            </a:pP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logistic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回归</a:t>
            </a:r>
            <a:endParaRPr lang="en-US" altLang="zh-CN" sz="2000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16158" y="699542"/>
            <a:ext cx="899592" cy="56017"/>
            <a:chOff x="0" y="2842590"/>
            <a:chExt cx="7054752" cy="89199"/>
          </a:xfrm>
        </p:grpSpPr>
        <p:sp>
          <p:nvSpPr>
            <p:cNvPr id="17" name="矩形 16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1" name="图片 20">
            <a:extLst>
              <a:ext uri="{FF2B5EF4-FFF2-40B4-BE49-F238E27FC236}">
                <a16:creationId xmlns:a16="http://schemas.microsoft.com/office/drawing/2014/main" id="{E0C368C8-8E0C-4584-BFAE-31669CAC12F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16158" y="1866088"/>
            <a:ext cx="3143250" cy="88582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557D0EA7-AAE6-427F-AEBF-E1E43A8ACC50}"/>
              </a:ext>
            </a:extLst>
          </p:cNvPr>
          <p:cNvSpPr txBox="1"/>
          <p:nvPr/>
        </p:nvSpPr>
        <p:spPr>
          <a:xfrm>
            <a:off x="1020358" y="134761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值敏感算法？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1E8ACF32-E60C-4CC2-827B-8447FC786EF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707904" y="895350"/>
            <a:ext cx="4876800" cy="335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39"/>
          <p:cNvSpPr>
            <a:spLocks noChangeArrowheads="1"/>
          </p:cNvSpPr>
          <p:nvPr/>
        </p:nvSpPr>
        <p:spPr bwMode="auto">
          <a:xfrm>
            <a:off x="416159" y="278281"/>
            <a:ext cx="2778059" cy="307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itchFamily="34" charset="0"/>
              <a:buNone/>
            </a:pP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KNN</a:t>
            </a:r>
            <a:endParaRPr lang="en-US" altLang="zh-CN" sz="2000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416158" y="699542"/>
            <a:ext cx="899592" cy="56017"/>
            <a:chOff x="0" y="2842590"/>
            <a:chExt cx="7054752" cy="89199"/>
          </a:xfrm>
        </p:grpSpPr>
        <p:sp>
          <p:nvSpPr>
            <p:cNvPr id="49" name="矩形 48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169854D7-CAF8-4304-A7BC-4961457B54DE}"/>
              </a:ext>
            </a:extLst>
          </p:cNvPr>
          <p:cNvSpPr txBox="1"/>
          <p:nvPr/>
        </p:nvSpPr>
        <p:spPr>
          <a:xfrm>
            <a:off x="865954" y="145694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没办法嵌入法？</a:t>
            </a:r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9570D37D-F5BA-464A-B412-ABAE72918A4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52625" y="1995686"/>
            <a:ext cx="2905125" cy="838200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2CF6FB4C-FFEE-4561-BD99-5B1D554A781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563888" y="987574"/>
            <a:ext cx="4981575" cy="33051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39"/>
          <p:cNvSpPr>
            <a:spLocks noChangeArrowheads="1"/>
          </p:cNvSpPr>
          <p:nvPr/>
        </p:nvSpPr>
        <p:spPr bwMode="auto">
          <a:xfrm>
            <a:off x="416159" y="278281"/>
            <a:ext cx="2778059" cy="307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树模型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随机森林</a:t>
            </a:r>
            <a:endParaRPr lang="en-US" altLang="zh-CN" sz="2000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416158" y="699542"/>
            <a:ext cx="899592" cy="56017"/>
            <a:chOff x="0" y="2842590"/>
            <a:chExt cx="7054752" cy="89199"/>
          </a:xfrm>
        </p:grpSpPr>
        <p:sp>
          <p:nvSpPr>
            <p:cNvPr id="28" name="矩形 27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2" name="图片 31">
            <a:extLst>
              <a:ext uri="{FF2B5EF4-FFF2-40B4-BE49-F238E27FC236}">
                <a16:creationId xmlns:a16="http://schemas.microsoft.com/office/drawing/2014/main" id="{121A8403-5094-4D14-97C7-AC156A0A50A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16158" y="1347614"/>
            <a:ext cx="4733925" cy="332422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1907815F-D4FC-4CEF-9184-52FB358F6A58}"/>
              </a:ext>
            </a:extLst>
          </p:cNvPr>
          <p:cNvSpPr txBox="1"/>
          <p:nvPr/>
        </p:nvSpPr>
        <p:spPr>
          <a:xfrm>
            <a:off x="1998290" y="96168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具备选择能力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F3F87B7E-FA52-429E-8619-EF91C12EEA1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211960" y="1346498"/>
            <a:ext cx="4705350" cy="3305175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85D705D1-0BD1-476C-B343-EFEF80ACA588}"/>
              </a:ext>
            </a:extLst>
          </p:cNvPr>
          <p:cNvSpPr txBox="1"/>
          <p:nvPr/>
        </p:nvSpPr>
        <p:spPr>
          <a:xfrm>
            <a:off x="4932040" y="681138"/>
            <a:ext cx="23762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过拟合</a:t>
            </a:r>
            <a:r>
              <a:rPr lang="zh-CN" altLang="en-US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严重</a:t>
            </a:r>
            <a:r>
              <a:rPr lang="zh-CN" altLang="en-US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！！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!</a:t>
            </a:r>
            <a:endParaRPr lang="zh-CN" altLang="en-US" sz="24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193155E-381D-4E14-93C9-241E40328C53}"/>
              </a:ext>
            </a:extLst>
          </p:cNvPr>
          <p:cNvSpPr txBox="1"/>
          <p:nvPr/>
        </p:nvSpPr>
        <p:spPr>
          <a:xfrm>
            <a:off x="4133418" y="238708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方法？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4" grpId="0"/>
      <p:bldP spid="1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39"/>
          <p:cNvSpPr>
            <a:spLocks noChangeArrowheads="1"/>
          </p:cNvSpPr>
          <p:nvPr/>
        </p:nvSpPr>
        <p:spPr bwMode="auto">
          <a:xfrm>
            <a:off x="416159" y="278281"/>
            <a:ext cx="277805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树模型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梯度提升树</a:t>
            </a:r>
            <a:endParaRPr lang="en-US" altLang="zh-CN" sz="2000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416158" y="699542"/>
            <a:ext cx="899592" cy="56017"/>
            <a:chOff x="0" y="2842590"/>
            <a:chExt cx="7054752" cy="89199"/>
          </a:xfrm>
        </p:grpSpPr>
        <p:sp>
          <p:nvSpPr>
            <p:cNvPr id="22" name="矩形 21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0" name="图片 19">
            <a:extLst>
              <a:ext uri="{FF2B5EF4-FFF2-40B4-BE49-F238E27FC236}">
                <a16:creationId xmlns:a16="http://schemas.microsoft.com/office/drawing/2014/main" id="{0EFCCBA3-7F99-46EE-8B9D-C7A989365A7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19359" y="1491630"/>
            <a:ext cx="3863157" cy="274007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80B332DC-AD78-4FD5-973C-836A6E511ED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716016" y="1491630"/>
            <a:ext cx="3863157" cy="27400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/>
          <p:cNvSpPr>
            <a:spLocks noChangeArrowheads="1"/>
          </p:cNvSpPr>
          <p:nvPr/>
        </p:nvSpPr>
        <p:spPr bwMode="auto">
          <a:xfrm>
            <a:off x="416159" y="278281"/>
            <a:ext cx="2778059" cy="307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树模型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随机森林</a:t>
            </a:r>
            <a:endParaRPr lang="en-US" altLang="zh-CN" sz="2000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416158" y="699542"/>
            <a:ext cx="899592" cy="56017"/>
            <a:chOff x="0" y="2842590"/>
            <a:chExt cx="7054752" cy="89199"/>
          </a:xfrm>
        </p:grpSpPr>
        <p:sp>
          <p:nvSpPr>
            <p:cNvPr id="42" name="矩形 41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矩形 44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9CDEEE90-B079-4B9D-B30D-E3FC6BE5DACA}"/>
              </a:ext>
            </a:extLst>
          </p:cNvPr>
          <p:cNvSpPr txBox="1"/>
          <p:nvPr/>
        </p:nvSpPr>
        <p:spPr>
          <a:xfrm>
            <a:off x="1309137" y="1441622"/>
            <a:ext cx="2384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最大深度</a:t>
            </a:r>
            <a:r>
              <a:rPr lang="en-US" altLang="zh-CN" dirty="0"/>
              <a:t>---</a:t>
            </a:r>
            <a:r>
              <a:rPr lang="en-US" altLang="zh-CN" dirty="0" err="1"/>
              <a:t>max_depth</a:t>
            </a:r>
            <a:endParaRPr lang="zh-CN" altLang="en-US" dirty="0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BAF63F65-F2E1-4E24-9F2F-191F31B9C92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686520" y="278281"/>
            <a:ext cx="3816424" cy="2696014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CC5EBF04-A5B6-497F-BCDA-E4652AF043C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16158" y="3206310"/>
            <a:ext cx="5274310" cy="14058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/>
          <p:cNvSpPr>
            <a:spLocks noChangeArrowheads="1"/>
          </p:cNvSpPr>
          <p:nvPr/>
        </p:nvSpPr>
        <p:spPr bwMode="auto">
          <a:xfrm>
            <a:off x="416159" y="278281"/>
            <a:ext cx="277805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树模型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梯度提升树</a:t>
            </a:r>
            <a:endParaRPr lang="en-US" altLang="zh-CN" sz="2000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416158" y="699542"/>
            <a:ext cx="899592" cy="56017"/>
            <a:chOff x="0" y="2842590"/>
            <a:chExt cx="7054752" cy="89199"/>
          </a:xfrm>
        </p:grpSpPr>
        <p:sp>
          <p:nvSpPr>
            <p:cNvPr id="42" name="矩形 41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矩形 44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9CDEEE90-B079-4B9D-B30D-E3FC6BE5DACA}"/>
              </a:ext>
            </a:extLst>
          </p:cNvPr>
          <p:cNvSpPr txBox="1"/>
          <p:nvPr/>
        </p:nvSpPr>
        <p:spPr>
          <a:xfrm>
            <a:off x="3160624" y="758496"/>
            <a:ext cx="2544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建树数量</a:t>
            </a:r>
            <a:r>
              <a:rPr lang="en-US" altLang="zh-CN" dirty="0"/>
              <a:t>---</a:t>
            </a:r>
            <a:r>
              <a:rPr lang="en-US" altLang="zh-CN" dirty="0" err="1"/>
              <a:t>n_estimators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02CA45F-1526-434F-AA1A-3928FC9C316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795772" y="1203598"/>
            <a:ext cx="5274310" cy="169481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4245215-6909-4999-925E-6CF04E0A4C99}"/>
              </a:ext>
            </a:extLst>
          </p:cNvPr>
          <p:cNvSpPr txBox="1"/>
          <p:nvPr/>
        </p:nvSpPr>
        <p:spPr>
          <a:xfrm>
            <a:off x="6118859" y="755559"/>
            <a:ext cx="1871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偏差</a:t>
            </a:r>
            <a:r>
              <a:rPr lang="en-US" altLang="zh-CN" dirty="0"/>
              <a:t>-</a:t>
            </a:r>
            <a:r>
              <a:rPr lang="zh-CN" altLang="en-US" dirty="0"/>
              <a:t>方差困境？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0E45A7A-B3BB-4563-9DBD-D41544A6320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805188" y="3291830"/>
            <a:ext cx="5274310" cy="89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6106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/>
          <p:cNvSpPr>
            <a:spLocks noChangeArrowheads="1"/>
          </p:cNvSpPr>
          <p:nvPr/>
        </p:nvSpPr>
        <p:spPr bwMode="auto">
          <a:xfrm>
            <a:off x="416159" y="278281"/>
            <a:ext cx="293170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树模型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—RFC vs XGBC</a:t>
            </a:r>
            <a:endParaRPr lang="en-US" altLang="zh-CN" sz="2000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416158" y="699542"/>
            <a:ext cx="899592" cy="56017"/>
            <a:chOff x="0" y="2842590"/>
            <a:chExt cx="7054752" cy="89199"/>
          </a:xfrm>
        </p:grpSpPr>
        <p:sp>
          <p:nvSpPr>
            <p:cNvPr id="42" name="矩形 41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矩形 44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F1AD7F74-A771-45A6-B2EE-EBC9A46E74A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882011" y="987574"/>
            <a:ext cx="5274310" cy="36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8746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3294112" y="1125349"/>
            <a:ext cx="2555776" cy="47429"/>
            <a:chOff x="2190216" y="0"/>
            <a:chExt cx="4752528" cy="108012"/>
          </a:xfrm>
        </p:grpSpPr>
        <p:sp>
          <p:nvSpPr>
            <p:cNvPr id="4" name="矩形 3"/>
            <p:cNvSpPr/>
            <p:nvPr/>
          </p:nvSpPr>
          <p:spPr>
            <a:xfrm>
              <a:off x="2190216" y="0"/>
              <a:ext cx="1188132" cy="1080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3378348" y="0"/>
              <a:ext cx="1188132" cy="1080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4566480" y="0"/>
              <a:ext cx="1188132" cy="1080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5754612" y="0"/>
              <a:ext cx="1188132" cy="10801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3832860" y="313244"/>
            <a:ext cx="14782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ln w="6350">
                  <a:noFill/>
                </a:ln>
                <a:solidFill>
                  <a:schemeClr val="accent1"/>
                </a:solidFill>
                <a:latin typeface="Impact" pitchFamily="34" charset="0"/>
                <a:ea typeface="微软雅黑" pitchFamily="34" charset="-122"/>
              </a:rPr>
              <a:t>目  录</a:t>
            </a:r>
            <a:endParaRPr lang="en-US" altLang="zh-CN" sz="2800" b="1" dirty="0">
              <a:ln w="6350">
                <a:noFill/>
              </a:ln>
              <a:solidFill>
                <a:schemeClr val="accent1"/>
              </a:solidFill>
              <a:latin typeface="Impact" pitchFamily="34" charset="0"/>
              <a:ea typeface="微软雅黑" pitchFamily="34" charset="-122"/>
            </a:endParaRPr>
          </a:p>
          <a:p>
            <a:pPr algn="ctr"/>
            <a:r>
              <a:rPr lang="en-US" altLang="zh-CN" sz="1600" dirty="0">
                <a:ln w="635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CONTENTS</a:t>
            </a:r>
            <a:endParaRPr lang="zh-CN" altLang="en-US" sz="1600" dirty="0">
              <a:ln w="6350"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22514" y="2571750"/>
            <a:ext cx="1512542" cy="1895740"/>
            <a:chOff x="522514" y="3027330"/>
            <a:chExt cx="1512542" cy="1440160"/>
          </a:xfrm>
        </p:grpSpPr>
        <p:sp>
          <p:nvSpPr>
            <p:cNvPr id="54" name="矩形 53"/>
            <p:cNvSpPr/>
            <p:nvPr/>
          </p:nvSpPr>
          <p:spPr>
            <a:xfrm>
              <a:off x="522514" y="3027330"/>
              <a:ext cx="1512542" cy="1440160"/>
            </a:xfrm>
            <a:prstGeom prst="rect">
              <a:avLst/>
            </a:prstGeom>
            <a:solidFill>
              <a:schemeClr val="bg1">
                <a:lumMod val="8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5" name="直接连接符 54"/>
            <p:cNvCxnSpPr/>
            <p:nvPr/>
          </p:nvCxnSpPr>
          <p:spPr>
            <a:xfrm>
              <a:off x="522514" y="3393953"/>
              <a:ext cx="1512542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Freeform 9"/>
          <p:cNvSpPr>
            <a:spLocks noEditPoints="1"/>
          </p:cNvSpPr>
          <p:nvPr/>
        </p:nvSpPr>
        <p:spPr bwMode="auto">
          <a:xfrm>
            <a:off x="7681431" y="208021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0" name="Freeform 10"/>
          <p:cNvSpPr>
            <a:spLocks noEditPoints="1"/>
          </p:cNvSpPr>
          <p:nvPr/>
        </p:nvSpPr>
        <p:spPr bwMode="auto">
          <a:xfrm>
            <a:off x="2800042" y="2062748"/>
            <a:ext cx="286864" cy="287612"/>
          </a:xfrm>
          <a:custGeom>
            <a:avLst/>
            <a:gdLst>
              <a:gd name="T0" fmla="*/ 47 w 162"/>
              <a:gd name="T1" fmla="*/ 34 h 163"/>
              <a:gd name="T2" fmla="*/ 34 w 162"/>
              <a:gd name="T3" fmla="*/ 47 h 163"/>
              <a:gd name="T4" fmla="*/ 32 w 162"/>
              <a:gd name="T5" fmla="*/ 61 h 163"/>
              <a:gd name="T6" fmla="*/ 41 w 162"/>
              <a:gd name="T7" fmla="*/ 52 h 163"/>
              <a:gd name="T8" fmla="*/ 52 w 162"/>
              <a:gd name="T9" fmla="*/ 41 h 163"/>
              <a:gd name="T10" fmla="*/ 60 w 162"/>
              <a:gd name="T11" fmla="*/ 32 h 163"/>
              <a:gd name="T12" fmla="*/ 160 w 162"/>
              <a:gd name="T13" fmla="*/ 150 h 163"/>
              <a:gd name="T14" fmla="*/ 130 w 162"/>
              <a:gd name="T15" fmla="*/ 121 h 163"/>
              <a:gd name="T16" fmla="*/ 147 w 162"/>
              <a:gd name="T17" fmla="*/ 74 h 163"/>
              <a:gd name="T18" fmla="*/ 142 w 162"/>
              <a:gd name="T19" fmla="*/ 46 h 163"/>
              <a:gd name="T20" fmla="*/ 126 w 162"/>
              <a:gd name="T21" fmla="*/ 22 h 163"/>
              <a:gd name="T22" fmla="*/ 74 w 162"/>
              <a:gd name="T23" fmla="*/ 0 h 163"/>
              <a:gd name="T24" fmla="*/ 6 w 162"/>
              <a:gd name="T25" fmla="*/ 46 h 163"/>
              <a:gd name="T26" fmla="*/ 5 w 162"/>
              <a:gd name="T27" fmla="*/ 102 h 163"/>
              <a:gd name="T28" fmla="*/ 21 w 162"/>
              <a:gd name="T29" fmla="*/ 126 h 163"/>
              <a:gd name="T30" fmla="*/ 45 w 162"/>
              <a:gd name="T31" fmla="*/ 142 h 163"/>
              <a:gd name="T32" fmla="*/ 45 w 162"/>
              <a:gd name="T33" fmla="*/ 142 h 163"/>
              <a:gd name="T34" fmla="*/ 102 w 162"/>
              <a:gd name="T35" fmla="*/ 142 h 163"/>
              <a:gd name="T36" fmla="*/ 150 w 162"/>
              <a:gd name="T37" fmla="*/ 160 h 163"/>
              <a:gd name="T38" fmla="*/ 160 w 162"/>
              <a:gd name="T39" fmla="*/ 150 h 163"/>
              <a:gd name="T40" fmla="*/ 116 w 162"/>
              <a:gd name="T41" fmla="*/ 117 h 163"/>
              <a:gd name="T42" fmla="*/ 97 w 162"/>
              <a:gd name="T43" fmla="*/ 130 h 163"/>
              <a:gd name="T44" fmla="*/ 51 w 162"/>
              <a:gd name="T45" fmla="*/ 130 h 163"/>
              <a:gd name="T46" fmla="*/ 31 w 162"/>
              <a:gd name="T47" fmla="*/ 117 h 163"/>
              <a:gd name="T48" fmla="*/ 31 w 162"/>
              <a:gd name="T49" fmla="*/ 117 h 163"/>
              <a:gd name="T50" fmla="*/ 18 w 162"/>
              <a:gd name="T51" fmla="*/ 97 h 163"/>
              <a:gd name="T52" fmla="*/ 18 w 162"/>
              <a:gd name="T53" fmla="*/ 51 h 163"/>
              <a:gd name="T54" fmla="*/ 74 w 162"/>
              <a:gd name="T55" fmla="*/ 14 h 163"/>
              <a:gd name="T56" fmla="*/ 116 w 162"/>
              <a:gd name="T57" fmla="*/ 31 h 163"/>
              <a:gd name="T58" fmla="*/ 129 w 162"/>
              <a:gd name="T59" fmla="*/ 51 h 163"/>
              <a:gd name="T60" fmla="*/ 134 w 162"/>
              <a:gd name="T61" fmla="*/ 74 h 163"/>
              <a:gd name="T62" fmla="*/ 116 w 162"/>
              <a:gd name="T63" fmla="*/ 117 h 163"/>
              <a:gd name="T64" fmla="*/ 117 w 162"/>
              <a:gd name="T65" fmla="*/ 70 h 163"/>
              <a:gd name="T66" fmla="*/ 110 w 162"/>
              <a:gd name="T67" fmla="*/ 89 h 163"/>
              <a:gd name="T68" fmla="*/ 102 w 162"/>
              <a:gd name="T69" fmla="*/ 102 h 163"/>
              <a:gd name="T70" fmla="*/ 74 w 162"/>
              <a:gd name="T71" fmla="*/ 114 h 163"/>
              <a:gd name="T72" fmla="*/ 74 w 162"/>
              <a:gd name="T73" fmla="*/ 122 h 163"/>
              <a:gd name="T74" fmla="*/ 107 w 162"/>
              <a:gd name="T75" fmla="*/ 108 h 163"/>
              <a:gd name="T76" fmla="*/ 118 w 162"/>
              <a:gd name="T77" fmla="*/ 92 h 163"/>
              <a:gd name="T78" fmla="*/ 117 w 162"/>
              <a:gd name="T79" fmla="*/ 70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62" h="163">
                <a:moveTo>
                  <a:pt x="55" y="30"/>
                </a:moveTo>
                <a:cubicBezTo>
                  <a:pt x="52" y="31"/>
                  <a:pt x="50" y="33"/>
                  <a:pt x="47" y="34"/>
                </a:cubicBezTo>
                <a:cubicBezTo>
                  <a:pt x="44" y="36"/>
                  <a:pt x="42" y="38"/>
                  <a:pt x="40" y="40"/>
                </a:cubicBezTo>
                <a:cubicBezTo>
                  <a:pt x="38" y="42"/>
                  <a:pt x="36" y="45"/>
                  <a:pt x="34" y="47"/>
                </a:cubicBezTo>
                <a:cubicBezTo>
                  <a:pt x="32" y="50"/>
                  <a:pt x="31" y="53"/>
                  <a:pt x="30" y="55"/>
                </a:cubicBezTo>
                <a:cubicBezTo>
                  <a:pt x="29" y="57"/>
                  <a:pt x="30" y="60"/>
                  <a:pt x="32" y="61"/>
                </a:cubicBezTo>
                <a:cubicBezTo>
                  <a:pt x="34" y="62"/>
                  <a:pt x="36" y="61"/>
                  <a:pt x="37" y="59"/>
                </a:cubicBezTo>
                <a:cubicBezTo>
                  <a:pt x="38" y="56"/>
                  <a:pt x="39" y="54"/>
                  <a:pt x="41" y="52"/>
                </a:cubicBezTo>
                <a:cubicBezTo>
                  <a:pt x="42" y="50"/>
                  <a:pt x="44" y="48"/>
                  <a:pt x="46" y="46"/>
                </a:cubicBezTo>
                <a:cubicBezTo>
                  <a:pt x="48" y="44"/>
                  <a:pt x="49" y="43"/>
                  <a:pt x="52" y="41"/>
                </a:cubicBezTo>
                <a:cubicBezTo>
                  <a:pt x="54" y="40"/>
                  <a:pt x="56" y="38"/>
                  <a:pt x="58" y="37"/>
                </a:cubicBezTo>
                <a:cubicBezTo>
                  <a:pt x="60" y="37"/>
                  <a:pt x="61" y="34"/>
                  <a:pt x="60" y="32"/>
                </a:cubicBezTo>
                <a:cubicBezTo>
                  <a:pt x="59" y="30"/>
                  <a:pt x="57" y="29"/>
                  <a:pt x="55" y="30"/>
                </a:cubicBezTo>
                <a:close/>
                <a:moveTo>
                  <a:pt x="160" y="150"/>
                </a:moveTo>
                <a:cubicBezTo>
                  <a:pt x="160" y="150"/>
                  <a:pt x="160" y="150"/>
                  <a:pt x="160" y="150"/>
                </a:cubicBezTo>
                <a:cubicBezTo>
                  <a:pt x="130" y="121"/>
                  <a:pt x="130" y="121"/>
                  <a:pt x="130" y="121"/>
                </a:cubicBezTo>
                <a:cubicBezTo>
                  <a:pt x="135" y="115"/>
                  <a:pt x="139" y="109"/>
                  <a:pt x="142" y="102"/>
                </a:cubicBezTo>
                <a:cubicBezTo>
                  <a:pt x="145" y="93"/>
                  <a:pt x="147" y="84"/>
                  <a:pt x="147" y="74"/>
                </a:cubicBezTo>
                <a:cubicBezTo>
                  <a:pt x="147" y="64"/>
                  <a:pt x="145" y="55"/>
                  <a:pt x="142" y="46"/>
                </a:cubicBezTo>
                <a:cubicBezTo>
                  <a:pt x="142" y="46"/>
                  <a:pt x="142" y="46"/>
                  <a:pt x="142" y="46"/>
                </a:cubicBezTo>
                <a:cubicBezTo>
                  <a:pt x="138" y="37"/>
                  <a:pt x="133" y="29"/>
                  <a:pt x="126" y="22"/>
                </a:cubicBezTo>
                <a:cubicBezTo>
                  <a:pt x="126" y="22"/>
                  <a:pt x="126" y="22"/>
                  <a:pt x="126" y="22"/>
                </a:cubicBezTo>
                <a:cubicBezTo>
                  <a:pt x="119" y="15"/>
                  <a:pt x="111" y="10"/>
                  <a:pt x="102" y="6"/>
                </a:cubicBezTo>
                <a:cubicBezTo>
                  <a:pt x="93" y="2"/>
                  <a:pt x="84" y="0"/>
                  <a:pt x="74" y="0"/>
                </a:cubicBezTo>
                <a:cubicBezTo>
                  <a:pt x="53" y="0"/>
                  <a:pt x="35" y="8"/>
                  <a:pt x="21" y="22"/>
                </a:cubicBezTo>
                <a:cubicBezTo>
                  <a:pt x="15" y="29"/>
                  <a:pt x="9" y="37"/>
                  <a:pt x="6" y="46"/>
                </a:cubicBezTo>
                <a:cubicBezTo>
                  <a:pt x="2" y="55"/>
                  <a:pt x="0" y="64"/>
                  <a:pt x="0" y="74"/>
                </a:cubicBezTo>
                <a:cubicBezTo>
                  <a:pt x="0" y="84"/>
                  <a:pt x="2" y="93"/>
                  <a:pt x="5" y="102"/>
                </a:cubicBezTo>
                <a:cubicBezTo>
                  <a:pt x="6" y="102"/>
                  <a:pt x="6" y="102"/>
                  <a:pt x="6" y="102"/>
                </a:cubicBezTo>
                <a:cubicBezTo>
                  <a:pt x="9" y="111"/>
                  <a:pt x="15" y="119"/>
                  <a:pt x="21" y="126"/>
                </a:cubicBezTo>
                <a:cubicBezTo>
                  <a:pt x="22" y="126"/>
                  <a:pt x="22" y="126"/>
                  <a:pt x="22" y="126"/>
                </a:cubicBezTo>
                <a:cubicBezTo>
                  <a:pt x="28" y="133"/>
                  <a:pt x="36" y="138"/>
                  <a:pt x="45" y="142"/>
                </a:cubicBezTo>
                <a:cubicBezTo>
                  <a:pt x="45" y="142"/>
                  <a:pt x="45" y="142"/>
                  <a:pt x="45" y="142"/>
                </a:cubicBezTo>
                <a:cubicBezTo>
                  <a:pt x="45" y="142"/>
                  <a:pt x="45" y="142"/>
                  <a:pt x="45" y="142"/>
                </a:cubicBezTo>
                <a:cubicBezTo>
                  <a:pt x="54" y="146"/>
                  <a:pt x="64" y="148"/>
                  <a:pt x="74" y="148"/>
                </a:cubicBezTo>
                <a:cubicBezTo>
                  <a:pt x="84" y="148"/>
                  <a:pt x="93" y="146"/>
                  <a:pt x="102" y="142"/>
                </a:cubicBezTo>
                <a:cubicBezTo>
                  <a:pt x="109" y="139"/>
                  <a:pt x="115" y="135"/>
                  <a:pt x="121" y="131"/>
                </a:cubicBezTo>
                <a:cubicBezTo>
                  <a:pt x="150" y="160"/>
                  <a:pt x="150" y="160"/>
                  <a:pt x="150" y="160"/>
                </a:cubicBezTo>
                <a:cubicBezTo>
                  <a:pt x="153" y="163"/>
                  <a:pt x="157" y="163"/>
                  <a:pt x="160" y="160"/>
                </a:cubicBezTo>
                <a:cubicBezTo>
                  <a:pt x="162" y="157"/>
                  <a:pt x="162" y="153"/>
                  <a:pt x="160" y="150"/>
                </a:cubicBezTo>
                <a:close/>
                <a:moveTo>
                  <a:pt x="116" y="117"/>
                </a:moveTo>
                <a:cubicBezTo>
                  <a:pt x="116" y="117"/>
                  <a:pt x="116" y="117"/>
                  <a:pt x="116" y="117"/>
                </a:cubicBezTo>
                <a:cubicBezTo>
                  <a:pt x="116" y="117"/>
                  <a:pt x="116" y="117"/>
                  <a:pt x="116" y="117"/>
                </a:cubicBezTo>
                <a:cubicBezTo>
                  <a:pt x="111" y="122"/>
                  <a:pt x="104" y="127"/>
                  <a:pt x="97" y="130"/>
                </a:cubicBezTo>
                <a:cubicBezTo>
                  <a:pt x="90" y="133"/>
                  <a:pt x="82" y="134"/>
                  <a:pt x="74" y="134"/>
                </a:cubicBezTo>
                <a:cubicBezTo>
                  <a:pt x="65" y="134"/>
                  <a:pt x="58" y="133"/>
                  <a:pt x="51" y="130"/>
                </a:cubicBezTo>
                <a:cubicBezTo>
                  <a:pt x="51" y="130"/>
                  <a:pt x="51" y="130"/>
                  <a:pt x="51" y="130"/>
                </a:cubicBezTo>
                <a:cubicBezTo>
                  <a:pt x="43" y="127"/>
                  <a:pt x="37" y="122"/>
                  <a:pt x="31" y="117"/>
                </a:cubicBezTo>
                <a:cubicBezTo>
                  <a:pt x="31" y="117"/>
                  <a:pt x="31" y="117"/>
                  <a:pt x="31" y="117"/>
                </a:cubicBezTo>
                <a:cubicBezTo>
                  <a:pt x="31" y="117"/>
                  <a:pt x="31" y="117"/>
                  <a:pt x="31" y="117"/>
                </a:cubicBezTo>
                <a:cubicBezTo>
                  <a:pt x="26" y="111"/>
                  <a:pt x="21" y="104"/>
                  <a:pt x="18" y="97"/>
                </a:cubicBezTo>
                <a:cubicBezTo>
                  <a:pt x="18" y="97"/>
                  <a:pt x="18" y="97"/>
                  <a:pt x="18" y="97"/>
                </a:cubicBezTo>
                <a:cubicBezTo>
                  <a:pt x="15" y="90"/>
                  <a:pt x="13" y="82"/>
                  <a:pt x="13" y="74"/>
                </a:cubicBezTo>
                <a:cubicBezTo>
                  <a:pt x="13" y="66"/>
                  <a:pt x="15" y="58"/>
                  <a:pt x="18" y="51"/>
                </a:cubicBezTo>
                <a:cubicBezTo>
                  <a:pt x="21" y="44"/>
                  <a:pt x="26" y="37"/>
                  <a:pt x="31" y="31"/>
                </a:cubicBezTo>
                <a:cubicBezTo>
                  <a:pt x="42" y="21"/>
                  <a:pt x="57" y="14"/>
                  <a:pt x="74" y="14"/>
                </a:cubicBezTo>
                <a:cubicBezTo>
                  <a:pt x="82" y="14"/>
                  <a:pt x="90" y="15"/>
                  <a:pt x="97" y="18"/>
                </a:cubicBezTo>
                <a:cubicBezTo>
                  <a:pt x="104" y="21"/>
                  <a:pt x="111" y="26"/>
                  <a:pt x="116" y="31"/>
                </a:cubicBezTo>
                <a:cubicBezTo>
                  <a:pt x="117" y="32"/>
                  <a:pt x="117" y="32"/>
                  <a:pt x="117" y="32"/>
                </a:cubicBezTo>
                <a:cubicBezTo>
                  <a:pt x="122" y="37"/>
                  <a:pt x="126" y="44"/>
                  <a:pt x="129" y="51"/>
                </a:cubicBezTo>
                <a:cubicBezTo>
                  <a:pt x="129" y="51"/>
                  <a:pt x="129" y="51"/>
                  <a:pt x="129" y="51"/>
                </a:cubicBezTo>
                <a:cubicBezTo>
                  <a:pt x="132" y="58"/>
                  <a:pt x="134" y="66"/>
                  <a:pt x="134" y="74"/>
                </a:cubicBezTo>
                <a:cubicBezTo>
                  <a:pt x="134" y="82"/>
                  <a:pt x="132" y="90"/>
                  <a:pt x="129" y="97"/>
                </a:cubicBezTo>
                <a:cubicBezTo>
                  <a:pt x="126" y="104"/>
                  <a:pt x="122" y="111"/>
                  <a:pt x="116" y="117"/>
                </a:cubicBezTo>
                <a:close/>
                <a:moveTo>
                  <a:pt x="117" y="70"/>
                </a:moveTo>
                <a:cubicBezTo>
                  <a:pt x="117" y="70"/>
                  <a:pt x="117" y="70"/>
                  <a:pt x="117" y="70"/>
                </a:cubicBezTo>
                <a:cubicBezTo>
                  <a:pt x="115" y="70"/>
                  <a:pt x="113" y="72"/>
                  <a:pt x="113" y="74"/>
                </a:cubicBezTo>
                <a:cubicBezTo>
                  <a:pt x="113" y="79"/>
                  <a:pt x="112" y="84"/>
                  <a:pt x="110" y="89"/>
                </a:cubicBezTo>
                <a:cubicBezTo>
                  <a:pt x="110" y="89"/>
                  <a:pt x="110" y="89"/>
                  <a:pt x="110" y="89"/>
                </a:cubicBezTo>
                <a:cubicBezTo>
                  <a:pt x="108" y="94"/>
                  <a:pt x="105" y="98"/>
                  <a:pt x="102" y="102"/>
                </a:cubicBezTo>
                <a:cubicBezTo>
                  <a:pt x="98" y="106"/>
                  <a:pt x="94" y="109"/>
                  <a:pt x="89" y="111"/>
                </a:cubicBezTo>
                <a:cubicBezTo>
                  <a:pt x="84" y="113"/>
                  <a:pt x="79" y="114"/>
                  <a:pt x="74" y="114"/>
                </a:cubicBezTo>
                <a:cubicBezTo>
                  <a:pt x="71" y="114"/>
                  <a:pt x="70" y="115"/>
                  <a:pt x="70" y="118"/>
                </a:cubicBezTo>
                <a:cubicBezTo>
                  <a:pt x="70" y="120"/>
                  <a:pt x="71" y="122"/>
                  <a:pt x="74" y="122"/>
                </a:cubicBezTo>
                <a:cubicBezTo>
                  <a:pt x="80" y="122"/>
                  <a:pt x="86" y="120"/>
                  <a:pt x="92" y="118"/>
                </a:cubicBezTo>
                <a:cubicBezTo>
                  <a:pt x="98" y="116"/>
                  <a:pt x="103" y="112"/>
                  <a:pt x="107" y="108"/>
                </a:cubicBezTo>
                <a:cubicBezTo>
                  <a:pt x="112" y="103"/>
                  <a:pt x="115" y="98"/>
                  <a:pt x="118" y="92"/>
                </a:cubicBezTo>
                <a:cubicBezTo>
                  <a:pt x="118" y="92"/>
                  <a:pt x="118" y="92"/>
                  <a:pt x="118" y="92"/>
                </a:cubicBezTo>
                <a:cubicBezTo>
                  <a:pt x="120" y="86"/>
                  <a:pt x="121" y="80"/>
                  <a:pt x="121" y="74"/>
                </a:cubicBezTo>
                <a:cubicBezTo>
                  <a:pt x="121" y="72"/>
                  <a:pt x="120" y="70"/>
                  <a:pt x="117" y="7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1" name="Freeform 11"/>
          <p:cNvSpPr>
            <a:spLocks noEditPoints="1"/>
          </p:cNvSpPr>
          <p:nvPr/>
        </p:nvSpPr>
        <p:spPr bwMode="auto">
          <a:xfrm>
            <a:off x="6084764" y="2046842"/>
            <a:ext cx="246418" cy="313076"/>
          </a:xfrm>
          <a:custGeom>
            <a:avLst/>
            <a:gdLst>
              <a:gd name="T0" fmla="*/ 104 w 139"/>
              <a:gd name="T1" fmla="*/ 99 h 177"/>
              <a:gd name="T2" fmla="*/ 91 w 139"/>
              <a:gd name="T3" fmla="*/ 160 h 177"/>
              <a:gd name="T4" fmla="*/ 133 w 139"/>
              <a:gd name="T5" fmla="*/ 164 h 177"/>
              <a:gd name="T6" fmla="*/ 133 w 139"/>
              <a:gd name="T7" fmla="*/ 177 h 177"/>
              <a:gd name="T8" fmla="*/ 0 w 139"/>
              <a:gd name="T9" fmla="*/ 170 h 177"/>
              <a:gd name="T10" fmla="*/ 51 w 139"/>
              <a:gd name="T11" fmla="*/ 164 h 177"/>
              <a:gd name="T12" fmla="*/ 81 w 139"/>
              <a:gd name="T13" fmla="*/ 151 h 177"/>
              <a:gd name="T14" fmla="*/ 10 w 139"/>
              <a:gd name="T15" fmla="*/ 147 h 177"/>
              <a:gd name="T16" fmla="*/ 10 w 139"/>
              <a:gd name="T17" fmla="*/ 139 h 177"/>
              <a:gd name="T18" fmla="*/ 94 w 139"/>
              <a:gd name="T19" fmla="*/ 120 h 177"/>
              <a:gd name="T20" fmla="*/ 84 w 139"/>
              <a:gd name="T21" fmla="*/ 92 h 177"/>
              <a:gd name="T22" fmla="*/ 69 w 139"/>
              <a:gd name="T23" fmla="*/ 94 h 177"/>
              <a:gd name="T24" fmla="*/ 53 w 139"/>
              <a:gd name="T25" fmla="*/ 113 h 177"/>
              <a:gd name="T26" fmla="*/ 46 w 139"/>
              <a:gd name="T27" fmla="*/ 117 h 177"/>
              <a:gd name="T28" fmla="*/ 24 w 139"/>
              <a:gd name="T29" fmla="*/ 109 h 177"/>
              <a:gd name="T30" fmla="*/ 26 w 139"/>
              <a:gd name="T31" fmla="*/ 97 h 177"/>
              <a:gd name="T32" fmla="*/ 21 w 139"/>
              <a:gd name="T33" fmla="*/ 89 h 177"/>
              <a:gd name="T34" fmla="*/ 63 w 139"/>
              <a:gd name="T35" fmla="*/ 24 h 177"/>
              <a:gd name="T36" fmla="*/ 67 w 139"/>
              <a:gd name="T37" fmla="*/ 26 h 177"/>
              <a:gd name="T38" fmla="*/ 69 w 139"/>
              <a:gd name="T39" fmla="*/ 14 h 177"/>
              <a:gd name="T40" fmla="*/ 76 w 139"/>
              <a:gd name="T41" fmla="*/ 2 h 177"/>
              <a:gd name="T42" fmla="*/ 109 w 139"/>
              <a:gd name="T43" fmla="*/ 29 h 177"/>
              <a:gd name="T44" fmla="*/ 96 w 139"/>
              <a:gd name="T45" fmla="*/ 30 h 177"/>
              <a:gd name="T46" fmla="*/ 94 w 139"/>
              <a:gd name="T47" fmla="*/ 42 h 177"/>
              <a:gd name="T48" fmla="*/ 87 w 139"/>
              <a:gd name="T49" fmla="*/ 63 h 177"/>
              <a:gd name="T50" fmla="*/ 92 w 139"/>
              <a:gd name="T51" fmla="*/ 81 h 177"/>
              <a:gd name="T52" fmla="*/ 89 w 139"/>
              <a:gd name="T53" fmla="*/ 26 h 177"/>
              <a:gd name="T54" fmla="*/ 74 w 139"/>
              <a:gd name="T55" fmla="*/ 30 h 177"/>
              <a:gd name="T56" fmla="*/ 89 w 139"/>
              <a:gd name="T57" fmla="*/ 26 h 177"/>
              <a:gd name="T58" fmla="*/ 80 w 139"/>
              <a:gd name="T59" fmla="*/ 59 h 177"/>
              <a:gd name="T60" fmla="*/ 62 w 139"/>
              <a:gd name="T61" fmla="*/ 33 h 177"/>
              <a:gd name="T62" fmla="*/ 54 w 139"/>
              <a:gd name="T63" fmla="*/ 104 h 177"/>
              <a:gd name="T64" fmla="*/ 56 w 139"/>
              <a:gd name="T65" fmla="*/ 76 h 177"/>
              <a:gd name="T66" fmla="*/ 62 w 139"/>
              <a:gd name="T67" fmla="*/ 63 h 177"/>
              <a:gd name="T68" fmla="*/ 82 w 139"/>
              <a:gd name="T69" fmla="*/ 69 h 177"/>
              <a:gd name="T70" fmla="*/ 67 w 139"/>
              <a:gd name="T71" fmla="*/ 69 h 177"/>
              <a:gd name="T72" fmla="*/ 67 w 139"/>
              <a:gd name="T73" fmla="*/ 69 h 177"/>
              <a:gd name="T74" fmla="*/ 75 w 139"/>
              <a:gd name="T75" fmla="*/ 86 h 177"/>
              <a:gd name="T76" fmla="*/ 82 w 139"/>
              <a:gd name="T77" fmla="*/ 83 h 177"/>
              <a:gd name="T78" fmla="*/ 82 w 139"/>
              <a:gd name="T79" fmla="*/ 69 h 177"/>
              <a:gd name="T80" fmla="*/ 33 w 139"/>
              <a:gd name="T81" fmla="*/ 101 h 177"/>
              <a:gd name="T82" fmla="*/ 31 w 139"/>
              <a:gd name="T83" fmla="*/ 104 h 177"/>
              <a:gd name="T84" fmla="*/ 42 w 139"/>
              <a:gd name="T85" fmla="*/ 106 h 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39" h="177">
                <a:moveTo>
                  <a:pt x="92" y="81"/>
                </a:moveTo>
                <a:cubicBezTo>
                  <a:pt x="97" y="87"/>
                  <a:pt x="101" y="92"/>
                  <a:pt x="104" y="99"/>
                </a:cubicBezTo>
                <a:cubicBezTo>
                  <a:pt x="106" y="106"/>
                  <a:pt x="108" y="113"/>
                  <a:pt x="108" y="120"/>
                </a:cubicBezTo>
                <a:cubicBezTo>
                  <a:pt x="108" y="136"/>
                  <a:pt x="101" y="150"/>
                  <a:pt x="91" y="160"/>
                </a:cubicBezTo>
                <a:cubicBezTo>
                  <a:pt x="90" y="162"/>
                  <a:pt x="89" y="163"/>
                  <a:pt x="88" y="164"/>
                </a:cubicBezTo>
                <a:cubicBezTo>
                  <a:pt x="133" y="164"/>
                  <a:pt x="133" y="164"/>
                  <a:pt x="133" y="164"/>
                </a:cubicBezTo>
                <a:cubicBezTo>
                  <a:pt x="136" y="164"/>
                  <a:pt x="139" y="167"/>
                  <a:pt x="139" y="170"/>
                </a:cubicBezTo>
                <a:cubicBezTo>
                  <a:pt x="139" y="174"/>
                  <a:pt x="136" y="177"/>
                  <a:pt x="133" y="177"/>
                </a:cubicBezTo>
                <a:cubicBezTo>
                  <a:pt x="91" y="177"/>
                  <a:pt x="49" y="177"/>
                  <a:pt x="7" y="177"/>
                </a:cubicBezTo>
                <a:cubicBezTo>
                  <a:pt x="3" y="177"/>
                  <a:pt x="0" y="174"/>
                  <a:pt x="0" y="170"/>
                </a:cubicBezTo>
                <a:cubicBezTo>
                  <a:pt x="0" y="167"/>
                  <a:pt x="3" y="164"/>
                  <a:pt x="7" y="164"/>
                </a:cubicBezTo>
                <a:cubicBezTo>
                  <a:pt x="51" y="164"/>
                  <a:pt x="51" y="164"/>
                  <a:pt x="51" y="164"/>
                </a:cubicBezTo>
                <a:cubicBezTo>
                  <a:pt x="51" y="164"/>
                  <a:pt x="51" y="164"/>
                  <a:pt x="51" y="164"/>
                </a:cubicBezTo>
                <a:cubicBezTo>
                  <a:pt x="63" y="164"/>
                  <a:pt x="74" y="159"/>
                  <a:pt x="81" y="151"/>
                </a:cubicBezTo>
                <a:cubicBezTo>
                  <a:pt x="83" y="150"/>
                  <a:pt x="84" y="148"/>
                  <a:pt x="85" y="147"/>
                </a:cubicBezTo>
                <a:cubicBezTo>
                  <a:pt x="10" y="147"/>
                  <a:pt x="10" y="147"/>
                  <a:pt x="10" y="147"/>
                </a:cubicBezTo>
                <a:cubicBezTo>
                  <a:pt x="8" y="147"/>
                  <a:pt x="6" y="145"/>
                  <a:pt x="6" y="143"/>
                </a:cubicBezTo>
                <a:cubicBezTo>
                  <a:pt x="6" y="141"/>
                  <a:pt x="8" y="139"/>
                  <a:pt x="10" y="139"/>
                </a:cubicBezTo>
                <a:cubicBezTo>
                  <a:pt x="90" y="139"/>
                  <a:pt x="90" y="139"/>
                  <a:pt x="90" y="139"/>
                </a:cubicBezTo>
                <a:cubicBezTo>
                  <a:pt x="93" y="133"/>
                  <a:pt x="94" y="127"/>
                  <a:pt x="94" y="120"/>
                </a:cubicBezTo>
                <a:cubicBezTo>
                  <a:pt x="94" y="114"/>
                  <a:pt x="93" y="109"/>
                  <a:pt x="91" y="104"/>
                </a:cubicBezTo>
                <a:cubicBezTo>
                  <a:pt x="89" y="100"/>
                  <a:pt x="87" y="96"/>
                  <a:pt x="84" y="92"/>
                </a:cubicBezTo>
                <a:cubicBezTo>
                  <a:pt x="81" y="94"/>
                  <a:pt x="78" y="94"/>
                  <a:pt x="75" y="94"/>
                </a:cubicBezTo>
                <a:cubicBezTo>
                  <a:pt x="73" y="94"/>
                  <a:pt x="71" y="94"/>
                  <a:pt x="69" y="94"/>
                </a:cubicBezTo>
                <a:cubicBezTo>
                  <a:pt x="59" y="111"/>
                  <a:pt x="59" y="111"/>
                  <a:pt x="59" y="111"/>
                </a:cubicBezTo>
                <a:cubicBezTo>
                  <a:pt x="58" y="113"/>
                  <a:pt x="55" y="114"/>
                  <a:pt x="53" y="113"/>
                </a:cubicBezTo>
                <a:cubicBezTo>
                  <a:pt x="50" y="111"/>
                  <a:pt x="50" y="111"/>
                  <a:pt x="50" y="111"/>
                </a:cubicBezTo>
                <a:cubicBezTo>
                  <a:pt x="46" y="117"/>
                  <a:pt x="46" y="117"/>
                  <a:pt x="46" y="117"/>
                </a:cubicBezTo>
                <a:cubicBezTo>
                  <a:pt x="45" y="119"/>
                  <a:pt x="42" y="119"/>
                  <a:pt x="40" y="118"/>
                </a:cubicBezTo>
                <a:cubicBezTo>
                  <a:pt x="24" y="109"/>
                  <a:pt x="24" y="109"/>
                  <a:pt x="24" y="109"/>
                </a:cubicBezTo>
                <a:cubicBezTo>
                  <a:pt x="22" y="108"/>
                  <a:pt x="21" y="105"/>
                  <a:pt x="22" y="103"/>
                </a:cubicBezTo>
                <a:cubicBezTo>
                  <a:pt x="26" y="97"/>
                  <a:pt x="26" y="97"/>
                  <a:pt x="26" y="97"/>
                </a:cubicBezTo>
                <a:cubicBezTo>
                  <a:pt x="22" y="95"/>
                  <a:pt x="22" y="95"/>
                  <a:pt x="22" y="95"/>
                </a:cubicBezTo>
                <a:cubicBezTo>
                  <a:pt x="20" y="94"/>
                  <a:pt x="20" y="91"/>
                  <a:pt x="21" y="89"/>
                </a:cubicBezTo>
                <a:cubicBezTo>
                  <a:pt x="57" y="26"/>
                  <a:pt x="57" y="26"/>
                  <a:pt x="57" y="26"/>
                </a:cubicBezTo>
                <a:cubicBezTo>
                  <a:pt x="58" y="24"/>
                  <a:pt x="61" y="23"/>
                  <a:pt x="63" y="24"/>
                </a:cubicBezTo>
                <a:cubicBezTo>
                  <a:pt x="63" y="24"/>
                  <a:pt x="63" y="24"/>
                  <a:pt x="63" y="24"/>
                </a:cubicBezTo>
                <a:cubicBezTo>
                  <a:pt x="67" y="26"/>
                  <a:pt x="67" y="26"/>
                  <a:pt x="67" y="26"/>
                </a:cubicBezTo>
                <a:cubicBezTo>
                  <a:pt x="73" y="16"/>
                  <a:pt x="73" y="16"/>
                  <a:pt x="73" y="16"/>
                </a:cubicBezTo>
                <a:cubicBezTo>
                  <a:pt x="69" y="14"/>
                  <a:pt x="69" y="14"/>
                  <a:pt x="69" y="14"/>
                </a:cubicBezTo>
                <a:cubicBezTo>
                  <a:pt x="66" y="12"/>
                  <a:pt x="65" y="8"/>
                  <a:pt x="66" y="5"/>
                </a:cubicBezTo>
                <a:cubicBezTo>
                  <a:pt x="68" y="1"/>
                  <a:pt x="72" y="0"/>
                  <a:pt x="76" y="2"/>
                </a:cubicBezTo>
                <a:cubicBezTo>
                  <a:pt x="86" y="8"/>
                  <a:pt x="96" y="14"/>
                  <a:pt x="107" y="20"/>
                </a:cubicBezTo>
                <a:cubicBezTo>
                  <a:pt x="110" y="22"/>
                  <a:pt x="111" y="26"/>
                  <a:pt x="109" y="29"/>
                </a:cubicBezTo>
                <a:cubicBezTo>
                  <a:pt x="107" y="33"/>
                  <a:pt x="103" y="34"/>
                  <a:pt x="100" y="32"/>
                </a:cubicBezTo>
                <a:cubicBezTo>
                  <a:pt x="96" y="30"/>
                  <a:pt x="96" y="30"/>
                  <a:pt x="96" y="30"/>
                </a:cubicBezTo>
                <a:cubicBezTo>
                  <a:pt x="90" y="40"/>
                  <a:pt x="90" y="40"/>
                  <a:pt x="90" y="40"/>
                </a:cubicBezTo>
                <a:cubicBezTo>
                  <a:pt x="94" y="42"/>
                  <a:pt x="94" y="42"/>
                  <a:pt x="94" y="42"/>
                </a:cubicBezTo>
                <a:cubicBezTo>
                  <a:pt x="96" y="43"/>
                  <a:pt x="97" y="46"/>
                  <a:pt x="96" y="48"/>
                </a:cubicBezTo>
                <a:cubicBezTo>
                  <a:pt x="87" y="63"/>
                  <a:pt x="87" y="63"/>
                  <a:pt x="87" y="63"/>
                </a:cubicBezTo>
                <a:cubicBezTo>
                  <a:pt x="91" y="66"/>
                  <a:pt x="93" y="71"/>
                  <a:pt x="93" y="76"/>
                </a:cubicBezTo>
                <a:cubicBezTo>
                  <a:pt x="93" y="78"/>
                  <a:pt x="93" y="80"/>
                  <a:pt x="92" y="81"/>
                </a:cubicBezTo>
                <a:close/>
                <a:moveTo>
                  <a:pt x="89" y="26"/>
                </a:moveTo>
                <a:cubicBezTo>
                  <a:pt x="89" y="26"/>
                  <a:pt x="89" y="26"/>
                  <a:pt x="89" y="26"/>
                </a:cubicBezTo>
                <a:cubicBezTo>
                  <a:pt x="86" y="24"/>
                  <a:pt x="83" y="22"/>
                  <a:pt x="80" y="20"/>
                </a:cubicBezTo>
                <a:cubicBezTo>
                  <a:pt x="74" y="30"/>
                  <a:pt x="74" y="30"/>
                  <a:pt x="74" y="30"/>
                </a:cubicBezTo>
                <a:cubicBezTo>
                  <a:pt x="83" y="36"/>
                  <a:pt x="83" y="36"/>
                  <a:pt x="83" y="36"/>
                </a:cubicBezTo>
                <a:cubicBezTo>
                  <a:pt x="89" y="26"/>
                  <a:pt x="89" y="26"/>
                  <a:pt x="89" y="26"/>
                </a:cubicBezTo>
                <a:close/>
                <a:moveTo>
                  <a:pt x="80" y="59"/>
                </a:moveTo>
                <a:cubicBezTo>
                  <a:pt x="80" y="59"/>
                  <a:pt x="80" y="59"/>
                  <a:pt x="80" y="59"/>
                </a:cubicBezTo>
                <a:cubicBezTo>
                  <a:pt x="87" y="47"/>
                  <a:pt x="87" y="47"/>
                  <a:pt x="87" y="47"/>
                </a:cubicBezTo>
                <a:cubicBezTo>
                  <a:pt x="78" y="43"/>
                  <a:pt x="70" y="38"/>
                  <a:pt x="62" y="33"/>
                </a:cubicBezTo>
                <a:cubicBezTo>
                  <a:pt x="30" y="90"/>
                  <a:pt x="30" y="90"/>
                  <a:pt x="30" y="90"/>
                </a:cubicBezTo>
                <a:cubicBezTo>
                  <a:pt x="38" y="94"/>
                  <a:pt x="46" y="99"/>
                  <a:pt x="54" y="104"/>
                </a:cubicBezTo>
                <a:cubicBezTo>
                  <a:pt x="62" y="90"/>
                  <a:pt x="62" y="90"/>
                  <a:pt x="62" y="90"/>
                </a:cubicBezTo>
                <a:cubicBezTo>
                  <a:pt x="58" y="86"/>
                  <a:pt x="56" y="81"/>
                  <a:pt x="56" y="76"/>
                </a:cubicBezTo>
                <a:cubicBezTo>
                  <a:pt x="56" y="71"/>
                  <a:pt x="58" y="66"/>
                  <a:pt x="62" y="63"/>
                </a:cubicBezTo>
                <a:cubicBezTo>
                  <a:pt x="62" y="63"/>
                  <a:pt x="62" y="63"/>
                  <a:pt x="62" y="63"/>
                </a:cubicBezTo>
                <a:cubicBezTo>
                  <a:pt x="67" y="58"/>
                  <a:pt x="73" y="57"/>
                  <a:pt x="80" y="59"/>
                </a:cubicBezTo>
                <a:close/>
                <a:moveTo>
                  <a:pt x="82" y="69"/>
                </a:moveTo>
                <a:cubicBezTo>
                  <a:pt x="82" y="69"/>
                  <a:pt x="82" y="69"/>
                  <a:pt x="82" y="69"/>
                </a:cubicBezTo>
                <a:cubicBezTo>
                  <a:pt x="78" y="65"/>
                  <a:pt x="71" y="65"/>
                  <a:pt x="67" y="69"/>
                </a:cubicBezTo>
                <a:cubicBezTo>
                  <a:pt x="67" y="69"/>
                  <a:pt x="67" y="69"/>
                  <a:pt x="67" y="69"/>
                </a:cubicBezTo>
                <a:cubicBezTo>
                  <a:pt x="67" y="69"/>
                  <a:pt x="67" y="69"/>
                  <a:pt x="67" y="69"/>
                </a:cubicBezTo>
                <a:cubicBezTo>
                  <a:pt x="65" y="71"/>
                  <a:pt x="64" y="73"/>
                  <a:pt x="64" y="76"/>
                </a:cubicBezTo>
                <a:cubicBezTo>
                  <a:pt x="64" y="82"/>
                  <a:pt x="69" y="86"/>
                  <a:pt x="75" y="86"/>
                </a:cubicBezTo>
                <a:cubicBezTo>
                  <a:pt x="77" y="86"/>
                  <a:pt x="80" y="85"/>
                  <a:pt x="82" y="83"/>
                </a:cubicBezTo>
                <a:cubicBezTo>
                  <a:pt x="82" y="83"/>
                  <a:pt x="82" y="83"/>
                  <a:pt x="82" y="83"/>
                </a:cubicBezTo>
                <a:cubicBezTo>
                  <a:pt x="84" y="81"/>
                  <a:pt x="85" y="79"/>
                  <a:pt x="85" y="76"/>
                </a:cubicBezTo>
                <a:cubicBezTo>
                  <a:pt x="85" y="73"/>
                  <a:pt x="84" y="71"/>
                  <a:pt x="82" y="69"/>
                </a:cubicBezTo>
                <a:cubicBezTo>
                  <a:pt x="82" y="69"/>
                  <a:pt x="82" y="69"/>
                  <a:pt x="82" y="69"/>
                </a:cubicBezTo>
                <a:close/>
                <a:moveTo>
                  <a:pt x="33" y="101"/>
                </a:moveTo>
                <a:cubicBezTo>
                  <a:pt x="33" y="101"/>
                  <a:pt x="33" y="101"/>
                  <a:pt x="33" y="101"/>
                </a:cubicBezTo>
                <a:cubicBezTo>
                  <a:pt x="31" y="104"/>
                  <a:pt x="31" y="104"/>
                  <a:pt x="31" y="104"/>
                </a:cubicBezTo>
                <a:cubicBezTo>
                  <a:pt x="41" y="109"/>
                  <a:pt x="41" y="109"/>
                  <a:pt x="41" y="109"/>
                </a:cubicBezTo>
                <a:cubicBezTo>
                  <a:pt x="42" y="106"/>
                  <a:pt x="42" y="106"/>
                  <a:pt x="42" y="106"/>
                </a:cubicBezTo>
                <a:cubicBezTo>
                  <a:pt x="33" y="101"/>
                  <a:pt x="33" y="101"/>
                  <a:pt x="33" y="101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2" name="Freeform 12"/>
          <p:cNvSpPr>
            <a:spLocks noEditPoints="1"/>
          </p:cNvSpPr>
          <p:nvPr/>
        </p:nvSpPr>
        <p:spPr bwMode="auto">
          <a:xfrm>
            <a:off x="4464895" y="2050257"/>
            <a:ext cx="214210" cy="307834"/>
          </a:xfrm>
          <a:custGeom>
            <a:avLst/>
            <a:gdLst>
              <a:gd name="T0" fmla="*/ 3 w 121"/>
              <a:gd name="T1" fmla="*/ 119 h 174"/>
              <a:gd name="T2" fmla="*/ 23 w 121"/>
              <a:gd name="T3" fmla="*/ 115 h 174"/>
              <a:gd name="T4" fmla="*/ 38 w 121"/>
              <a:gd name="T5" fmla="*/ 74 h 174"/>
              <a:gd name="T6" fmla="*/ 38 w 121"/>
              <a:gd name="T7" fmla="*/ 74 h 174"/>
              <a:gd name="T8" fmla="*/ 38 w 121"/>
              <a:gd name="T9" fmla="*/ 29 h 174"/>
              <a:gd name="T10" fmla="*/ 54 w 121"/>
              <a:gd name="T11" fmla="*/ 21 h 174"/>
              <a:gd name="T12" fmla="*/ 60 w 121"/>
              <a:gd name="T13" fmla="*/ 0 h 174"/>
              <a:gd name="T14" fmla="*/ 67 w 121"/>
              <a:gd name="T15" fmla="*/ 21 h 174"/>
              <a:gd name="T16" fmla="*/ 92 w 121"/>
              <a:gd name="T17" fmla="*/ 51 h 174"/>
              <a:gd name="T18" fmla="*/ 82 w 121"/>
              <a:gd name="T19" fmla="*/ 74 h 174"/>
              <a:gd name="T20" fmla="*/ 98 w 121"/>
              <a:gd name="T21" fmla="*/ 115 h 174"/>
              <a:gd name="T22" fmla="*/ 117 w 121"/>
              <a:gd name="T23" fmla="*/ 119 h 174"/>
              <a:gd name="T24" fmla="*/ 102 w 121"/>
              <a:gd name="T25" fmla="*/ 124 h 174"/>
              <a:gd name="T26" fmla="*/ 116 w 121"/>
              <a:gd name="T27" fmla="*/ 159 h 174"/>
              <a:gd name="T28" fmla="*/ 120 w 121"/>
              <a:gd name="T29" fmla="*/ 168 h 174"/>
              <a:gd name="T30" fmla="*/ 113 w 121"/>
              <a:gd name="T31" fmla="*/ 171 h 174"/>
              <a:gd name="T32" fmla="*/ 108 w 121"/>
              <a:gd name="T33" fmla="*/ 162 h 174"/>
              <a:gd name="T34" fmla="*/ 87 w 121"/>
              <a:gd name="T35" fmla="*/ 124 h 174"/>
              <a:gd name="T36" fmla="*/ 67 w 121"/>
              <a:gd name="T37" fmla="*/ 129 h 174"/>
              <a:gd name="T38" fmla="*/ 54 w 121"/>
              <a:gd name="T39" fmla="*/ 129 h 174"/>
              <a:gd name="T40" fmla="*/ 34 w 121"/>
              <a:gd name="T41" fmla="*/ 124 h 174"/>
              <a:gd name="T42" fmla="*/ 13 w 121"/>
              <a:gd name="T43" fmla="*/ 162 h 174"/>
              <a:gd name="T44" fmla="*/ 8 w 121"/>
              <a:gd name="T45" fmla="*/ 171 h 174"/>
              <a:gd name="T46" fmla="*/ 1 w 121"/>
              <a:gd name="T47" fmla="*/ 168 h 174"/>
              <a:gd name="T48" fmla="*/ 5 w 121"/>
              <a:gd name="T49" fmla="*/ 159 h 174"/>
              <a:gd name="T50" fmla="*/ 19 w 121"/>
              <a:gd name="T51" fmla="*/ 124 h 174"/>
              <a:gd name="T52" fmla="*/ 54 w 121"/>
              <a:gd name="T53" fmla="*/ 115 h 174"/>
              <a:gd name="T54" fmla="*/ 54 w 121"/>
              <a:gd name="T55" fmla="*/ 110 h 174"/>
              <a:gd name="T56" fmla="*/ 67 w 121"/>
              <a:gd name="T57" fmla="*/ 110 h 174"/>
              <a:gd name="T58" fmla="*/ 83 w 121"/>
              <a:gd name="T59" fmla="*/ 115 h 174"/>
              <a:gd name="T60" fmla="*/ 54 w 121"/>
              <a:gd name="T61" fmla="*/ 82 h 174"/>
              <a:gd name="T62" fmla="*/ 54 w 121"/>
              <a:gd name="T63" fmla="*/ 115 h 174"/>
              <a:gd name="T64" fmla="*/ 73 w 121"/>
              <a:gd name="T65" fmla="*/ 39 h 174"/>
              <a:gd name="T66" fmla="*/ 48 w 121"/>
              <a:gd name="T67" fmla="*/ 39 h 174"/>
              <a:gd name="T68" fmla="*/ 48 w 121"/>
              <a:gd name="T69" fmla="*/ 64 h 174"/>
              <a:gd name="T70" fmla="*/ 68 w 121"/>
              <a:gd name="T71" fmla="*/ 68 h 174"/>
              <a:gd name="T72" fmla="*/ 73 w 121"/>
              <a:gd name="T73" fmla="*/ 64 h 174"/>
              <a:gd name="T74" fmla="*/ 73 w 121"/>
              <a:gd name="T75" fmla="*/ 39 h 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21" h="174">
                <a:moveTo>
                  <a:pt x="8" y="124"/>
                </a:moveTo>
                <a:cubicBezTo>
                  <a:pt x="5" y="124"/>
                  <a:pt x="3" y="122"/>
                  <a:pt x="3" y="119"/>
                </a:cubicBezTo>
                <a:cubicBezTo>
                  <a:pt x="3" y="117"/>
                  <a:pt x="5" y="115"/>
                  <a:pt x="8" y="115"/>
                </a:cubicBezTo>
                <a:cubicBezTo>
                  <a:pt x="23" y="115"/>
                  <a:pt x="23" y="115"/>
                  <a:pt x="23" y="115"/>
                </a:cubicBezTo>
                <a:cubicBezTo>
                  <a:pt x="42" y="77"/>
                  <a:pt x="42" y="77"/>
                  <a:pt x="42" y="77"/>
                </a:cubicBezTo>
                <a:cubicBezTo>
                  <a:pt x="41" y="76"/>
                  <a:pt x="40" y="75"/>
                  <a:pt x="38" y="74"/>
                </a:cubicBezTo>
                <a:cubicBezTo>
                  <a:pt x="38" y="74"/>
                  <a:pt x="38" y="74"/>
                  <a:pt x="38" y="74"/>
                </a:cubicBezTo>
                <a:cubicBezTo>
                  <a:pt x="38" y="74"/>
                  <a:pt x="38" y="74"/>
                  <a:pt x="38" y="74"/>
                </a:cubicBezTo>
                <a:cubicBezTo>
                  <a:pt x="33" y="68"/>
                  <a:pt x="29" y="60"/>
                  <a:pt x="29" y="51"/>
                </a:cubicBezTo>
                <a:cubicBezTo>
                  <a:pt x="29" y="43"/>
                  <a:pt x="33" y="35"/>
                  <a:pt x="38" y="29"/>
                </a:cubicBezTo>
                <a:cubicBezTo>
                  <a:pt x="39" y="29"/>
                  <a:pt x="39" y="29"/>
                  <a:pt x="39" y="29"/>
                </a:cubicBezTo>
                <a:cubicBezTo>
                  <a:pt x="43" y="25"/>
                  <a:pt x="48" y="22"/>
                  <a:pt x="54" y="21"/>
                </a:cubicBezTo>
                <a:cubicBezTo>
                  <a:pt x="54" y="7"/>
                  <a:pt x="54" y="7"/>
                  <a:pt x="54" y="7"/>
                </a:cubicBezTo>
                <a:cubicBezTo>
                  <a:pt x="54" y="3"/>
                  <a:pt x="57" y="0"/>
                  <a:pt x="60" y="0"/>
                </a:cubicBezTo>
                <a:cubicBezTo>
                  <a:pt x="64" y="0"/>
                  <a:pt x="67" y="3"/>
                  <a:pt x="67" y="7"/>
                </a:cubicBezTo>
                <a:cubicBezTo>
                  <a:pt x="67" y="21"/>
                  <a:pt x="67" y="21"/>
                  <a:pt x="67" y="21"/>
                </a:cubicBezTo>
                <a:cubicBezTo>
                  <a:pt x="73" y="22"/>
                  <a:pt x="78" y="25"/>
                  <a:pt x="82" y="29"/>
                </a:cubicBezTo>
                <a:cubicBezTo>
                  <a:pt x="88" y="35"/>
                  <a:pt x="92" y="43"/>
                  <a:pt x="92" y="51"/>
                </a:cubicBezTo>
                <a:cubicBezTo>
                  <a:pt x="92" y="60"/>
                  <a:pt x="88" y="68"/>
                  <a:pt x="82" y="74"/>
                </a:cubicBezTo>
                <a:cubicBezTo>
                  <a:pt x="82" y="74"/>
                  <a:pt x="82" y="74"/>
                  <a:pt x="82" y="74"/>
                </a:cubicBezTo>
                <a:cubicBezTo>
                  <a:pt x="81" y="75"/>
                  <a:pt x="80" y="76"/>
                  <a:pt x="79" y="77"/>
                </a:cubicBezTo>
                <a:cubicBezTo>
                  <a:pt x="98" y="115"/>
                  <a:pt x="98" y="115"/>
                  <a:pt x="98" y="115"/>
                </a:cubicBezTo>
                <a:cubicBezTo>
                  <a:pt x="113" y="115"/>
                  <a:pt x="113" y="115"/>
                  <a:pt x="113" y="115"/>
                </a:cubicBezTo>
                <a:cubicBezTo>
                  <a:pt x="116" y="115"/>
                  <a:pt x="117" y="117"/>
                  <a:pt x="117" y="119"/>
                </a:cubicBezTo>
                <a:cubicBezTo>
                  <a:pt x="117" y="122"/>
                  <a:pt x="116" y="124"/>
                  <a:pt x="113" y="124"/>
                </a:cubicBezTo>
                <a:cubicBezTo>
                  <a:pt x="102" y="124"/>
                  <a:pt x="102" y="124"/>
                  <a:pt x="102" y="124"/>
                </a:cubicBezTo>
                <a:cubicBezTo>
                  <a:pt x="116" y="153"/>
                  <a:pt x="116" y="153"/>
                  <a:pt x="116" y="153"/>
                </a:cubicBezTo>
                <a:cubicBezTo>
                  <a:pt x="117" y="155"/>
                  <a:pt x="117" y="157"/>
                  <a:pt x="116" y="159"/>
                </a:cubicBezTo>
                <a:cubicBezTo>
                  <a:pt x="117" y="162"/>
                  <a:pt x="117" y="162"/>
                  <a:pt x="117" y="162"/>
                </a:cubicBezTo>
                <a:cubicBezTo>
                  <a:pt x="120" y="168"/>
                  <a:pt x="120" y="168"/>
                  <a:pt x="120" y="168"/>
                </a:cubicBezTo>
                <a:cubicBezTo>
                  <a:pt x="121" y="170"/>
                  <a:pt x="120" y="172"/>
                  <a:pt x="118" y="173"/>
                </a:cubicBezTo>
                <a:cubicBezTo>
                  <a:pt x="116" y="174"/>
                  <a:pt x="114" y="173"/>
                  <a:pt x="113" y="171"/>
                </a:cubicBezTo>
                <a:cubicBezTo>
                  <a:pt x="110" y="165"/>
                  <a:pt x="110" y="165"/>
                  <a:pt x="110" y="165"/>
                </a:cubicBezTo>
                <a:cubicBezTo>
                  <a:pt x="108" y="162"/>
                  <a:pt x="108" y="162"/>
                  <a:pt x="108" y="162"/>
                </a:cubicBezTo>
                <a:cubicBezTo>
                  <a:pt x="106" y="162"/>
                  <a:pt x="104" y="160"/>
                  <a:pt x="103" y="158"/>
                </a:cubicBezTo>
                <a:cubicBezTo>
                  <a:pt x="87" y="124"/>
                  <a:pt x="87" y="124"/>
                  <a:pt x="87" y="124"/>
                </a:cubicBezTo>
                <a:cubicBezTo>
                  <a:pt x="67" y="124"/>
                  <a:pt x="67" y="124"/>
                  <a:pt x="67" y="124"/>
                </a:cubicBezTo>
                <a:cubicBezTo>
                  <a:pt x="67" y="129"/>
                  <a:pt x="67" y="129"/>
                  <a:pt x="67" y="129"/>
                </a:cubicBezTo>
                <a:cubicBezTo>
                  <a:pt x="67" y="132"/>
                  <a:pt x="64" y="136"/>
                  <a:pt x="60" y="136"/>
                </a:cubicBezTo>
                <a:cubicBezTo>
                  <a:pt x="57" y="136"/>
                  <a:pt x="54" y="132"/>
                  <a:pt x="54" y="129"/>
                </a:cubicBezTo>
                <a:cubicBezTo>
                  <a:pt x="54" y="124"/>
                  <a:pt x="54" y="124"/>
                  <a:pt x="54" y="124"/>
                </a:cubicBezTo>
                <a:cubicBezTo>
                  <a:pt x="34" y="124"/>
                  <a:pt x="34" y="124"/>
                  <a:pt x="34" y="124"/>
                </a:cubicBezTo>
                <a:cubicBezTo>
                  <a:pt x="17" y="158"/>
                  <a:pt x="17" y="158"/>
                  <a:pt x="17" y="158"/>
                </a:cubicBezTo>
                <a:cubicBezTo>
                  <a:pt x="16" y="160"/>
                  <a:pt x="15" y="162"/>
                  <a:pt x="13" y="162"/>
                </a:cubicBezTo>
                <a:cubicBezTo>
                  <a:pt x="11" y="165"/>
                  <a:pt x="11" y="165"/>
                  <a:pt x="11" y="165"/>
                </a:cubicBezTo>
                <a:cubicBezTo>
                  <a:pt x="8" y="171"/>
                  <a:pt x="8" y="171"/>
                  <a:pt x="8" y="171"/>
                </a:cubicBezTo>
                <a:cubicBezTo>
                  <a:pt x="7" y="173"/>
                  <a:pt x="5" y="174"/>
                  <a:pt x="3" y="173"/>
                </a:cubicBezTo>
                <a:cubicBezTo>
                  <a:pt x="1" y="172"/>
                  <a:pt x="0" y="170"/>
                  <a:pt x="1" y="168"/>
                </a:cubicBezTo>
                <a:cubicBezTo>
                  <a:pt x="4" y="162"/>
                  <a:pt x="4" y="162"/>
                  <a:pt x="4" y="162"/>
                </a:cubicBezTo>
                <a:cubicBezTo>
                  <a:pt x="5" y="159"/>
                  <a:pt x="5" y="159"/>
                  <a:pt x="5" y="159"/>
                </a:cubicBezTo>
                <a:cubicBezTo>
                  <a:pt x="4" y="157"/>
                  <a:pt x="4" y="155"/>
                  <a:pt x="5" y="153"/>
                </a:cubicBezTo>
                <a:cubicBezTo>
                  <a:pt x="19" y="124"/>
                  <a:pt x="19" y="124"/>
                  <a:pt x="19" y="124"/>
                </a:cubicBezTo>
                <a:cubicBezTo>
                  <a:pt x="8" y="124"/>
                  <a:pt x="8" y="124"/>
                  <a:pt x="8" y="124"/>
                </a:cubicBezTo>
                <a:close/>
                <a:moveTo>
                  <a:pt x="54" y="115"/>
                </a:moveTo>
                <a:cubicBezTo>
                  <a:pt x="54" y="115"/>
                  <a:pt x="54" y="115"/>
                  <a:pt x="54" y="115"/>
                </a:cubicBezTo>
                <a:cubicBezTo>
                  <a:pt x="54" y="110"/>
                  <a:pt x="54" y="110"/>
                  <a:pt x="54" y="110"/>
                </a:cubicBezTo>
                <a:cubicBezTo>
                  <a:pt x="54" y="107"/>
                  <a:pt x="57" y="103"/>
                  <a:pt x="60" y="103"/>
                </a:cubicBezTo>
                <a:cubicBezTo>
                  <a:pt x="64" y="103"/>
                  <a:pt x="67" y="107"/>
                  <a:pt x="67" y="110"/>
                </a:cubicBezTo>
                <a:cubicBezTo>
                  <a:pt x="67" y="115"/>
                  <a:pt x="67" y="115"/>
                  <a:pt x="67" y="115"/>
                </a:cubicBezTo>
                <a:cubicBezTo>
                  <a:pt x="83" y="115"/>
                  <a:pt x="83" y="115"/>
                  <a:pt x="83" y="115"/>
                </a:cubicBezTo>
                <a:cubicBezTo>
                  <a:pt x="67" y="82"/>
                  <a:pt x="67" y="82"/>
                  <a:pt x="67" y="82"/>
                </a:cubicBezTo>
                <a:cubicBezTo>
                  <a:pt x="63" y="83"/>
                  <a:pt x="58" y="83"/>
                  <a:pt x="54" y="82"/>
                </a:cubicBezTo>
                <a:cubicBezTo>
                  <a:pt x="38" y="115"/>
                  <a:pt x="38" y="115"/>
                  <a:pt x="38" y="115"/>
                </a:cubicBezTo>
                <a:cubicBezTo>
                  <a:pt x="54" y="115"/>
                  <a:pt x="54" y="115"/>
                  <a:pt x="54" y="115"/>
                </a:cubicBezTo>
                <a:close/>
                <a:moveTo>
                  <a:pt x="73" y="39"/>
                </a:moveTo>
                <a:cubicBezTo>
                  <a:pt x="73" y="39"/>
                  <a:pt x="73" y="39"/>
                  <a:pt x="73" y="39"/>
                </a:cubicBezTo>
                <a:cubicBezTo>
                  <a:pt x="66" y="32"/>
                  <a:pt x="55" y="32"/>
                  <a:pt x="48" y="39"/>
                </a:cubicBezTo>
                <a:cubicBezTo>
                  <a:pt x="48" y="39"/>
                  <a:pt x="48" y="39"/>
                  <a:pt x="48" y="39"/>
                </a:cubicBezTo>
                <a:cubicBezTo>
                  <a:pt x="45" y="42"/>
                  <a:pt x="43" y="47"/>
                  <a:pt x="43" y="51"/>
                </a:cubicBezTo>
                <a:cubicBezTo>
                  <a:pt x="43" y="56"/>
                  <a:pt x="45" y="61"/>
                  <a:pt x="48" y="64"/>
                </a:cubicBezTo>
                <a:cubicBezTo>
                  <a:pt x="53" y="69"/>
                  <a:pt x="61" y="71"/>
                  <a:pt x="67" y="68"/>
                </a:cubicBezTo>
                <a:cubicBezTo>
                  <a:pt x="68" y="68"/>
                  <a:pt x="68" y="68"/>
                  <a:pt x="68" y="68"/>
                </a:cubicBezTo>
                <a:cubicBezTo>
                  <a:pt x="69" y="67"/>
                  <a:pt x="71" y="66"/>
                  <a:pt x="73" y="64"/>
                </a:cubicBezTo>
                <a:cubicBezTo>
                  <a:pt x="73" y="64"/>
                  <a:pt x="73" y="64"/>
                  <a:pt x="73" y="64"/>
                </a:cubicBezTo>
                <a:cubicBezTo>
                  <a:pt x="76" y="61"/>
                  <a:pt x="78" y="56"/>
                  <a:pt x="78" y="51"/>
                </a:cubicBezTo>
                <a:cubicBezTo>
                  <a:pt x="78" y="47"/>
                  <a:pt x="76" y="42"/>
                  <a:pt x="73" y="39"/>
                </a:cubicBezTo>
                <a:cubicBezTo>
                  <a:pt x="73" y="39"/>
                  <a:pt x="73" y="39"/>
                  <a:pt x="73" y="39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3" name="Freeform 13"/>
          <p:cNvSpPr>
            <a:spLocks noEditPoints="1"/>
          </p:cNvSpPr>
          <p:nvPr/>
        </p:nvSpPr>
        <p:spPr bwMode="auto">
          <a:xfrm>
            <a:off x="1100223" y="2059245"/>
            <a:ext cx="349030" cy="289858"/>
          </a:xfrm>
          <a:custGeom>
            <a:avLst/>
            <a:gdLst>
              <a:gd name="T0" fmla="*/ 111 w 197"/>
              <a:gd name="T1" fmla="*/ 11 h 164"/>
              <a:gd name="T2" fmla="*/ 0 w 197"/>
              <a:gd name="T3" fmla="*/ 15 h 164"/>
              <a:gd name="T4" fmla="*/ 105 w 197"/>
              <a:gd name="T5" fmla="*/ 164 h 164"/>
              <a:gd name="T6" fmla="*/ 136 w 197"/>
              <a:gd name="T7" fmla="*/ 159 h 164"/>
              <a:gd name="T8" fmla="*/ 196 w 197"/>
              <a:gd name="T9" fmla="*/ 142 h 164"/>
              <a:gd name="T10" fmla="*/ 52 w 197"/>
              <a:gd name="T11" fmla="*/ 150 h 164"/>
              <a:gd name="T12" fmla="*/ 52 w 197"/>
              <a:gd name="T13" fmla="*/ 22 h 164"/>
              <a:gd name="T14" fmla="*/ 99 w 197"/>
              <a:gd name="T15" fmla="*/ 150 h 164"/>
              <a:gd name="T16" fmla="*/ 99 w 197"/>
              <a:gd name="T17" fmla="*/ 22 h 164"/>
              <a:gd name="T18" fmla="*/ 147 w 197"/>
              <a:gd name="T19" fmla="*/ 149 h 164"/>
              <a:gd name="T20" fmla="*/ 181 w 197"/>
              <a:gd name="T21" fmla="*/ 139 h 164"/>
              <a:gd name="T22" fmla="*/ 23 w 197"/>
              <a:gd name="T23" fmla="*/ 133 h 164"/>
              <a:gd name="T24" fmla="*/ 42 w 197"/>
              <a:gd name="T25" fmla="*/ 134 h 164"/>
              <a:gd name="T26" fmla="*/ 43 w 197"/>
              <a:gd name="T27" fmla="*/ 114 h 164"/>
              <a:gd name="T28" fmla="*/ 23 w 197"/>
              <a:gd name="T29" fmla="*/ 114 h 164"/>
              <a:gd name="T30" fmla="*/ 29 w 197"/>
              <a:gd name="T31" fmla="*/ 120 h 164"/>
              <a:gd name="T32" fmla="*/ 37 w 197"/>
              <a:gd name="T33" fmla="*/ 120 h 164"/>
              <a:gd name="T34" fmla="*/ 37 w 197"/>
              <a:gd name="T35" fmla="*/ 128 h 164"/>
              <a:gd name="T36" fmla="*/ 29 w 197"/>
              <a:gd name="T37" fmla="*/ 127 h 164"/>
              <a:gd name="T38" fmla="*/ 32 w 197"/>
              <a:gd name="T39" fmla="*/ 91 h 164"/>
              <a:gd name="T40" fmla="*/ 36 w 197"/>
              <a:gd name="T41" fmla="*/ 38 h 164"/>
              <a:gd name="T42" fmla="*/ 28 w 197"/>
              <a:gd name="T43" fmla="*/ 87 h 164"/>
              <a:gd name="T44" fmla="*/ 134 w 197"/>
              <a:gd name="T45" fmla="*/ 31 h 164"/>
              <a:gd name="T46" fmla="*/ 149 w 197"/>
              <a:gd name="T47" fmla="*/ 86 h 164"/>
              <a:gd name="T48" fmla="*/ 134 w 197"/>
              <a:gd name="T49" fmla="*/ 31 h 164"/>
              <a:gd name="T50" fmla="*/ 69 w 197"/>
              <a:gd name="T51" fmla="*/ 133 h 164"/>
              <a:gd name="T52" fmla="*/ 88 w 197"/>
              <a:gd name="T53" fmla="*/ 133 h 164"/>
              <a:gd name="T54" fmla="*/ 79 w 197"/>
              <a:gd name="T55" fmla="*/ 110 h 164"/>
              <a:gd name="T56" fmla="*/ 65 w 197"/>
              <a:gd name="T57" fmla="*/ 124 h 164"/>
              <a:gd name="T58" fmla="*/ 75 w 197"/>
              <a:gd name="T59" fmla="*/ 120 h 164"/>
              <a:gd name="T60" fmla="*/ 82 w 197"/>
              <a:gd name="T61" fmla="*/ 120 h 164"/>
              <a:gd name="T62" fmla="*/ 82 w 197"/>
              <a:gd name="T63" fmla="*/ 128 h 164"/>
              <a:gd name="T64" fmla="*/ 74 w 197"/>
              <a:gd name="T65" fmla="*/ 127 h 164"/>
              <a:gd name="T66" fmla="*/ 81 w 197"/>
              <a:gd name="T67" fmla="*/ 91 h 164"/>
              <a:gd name="T68" fmla="*/ 85 w 197"/>
              <a:gd name="T69" fmla="*/ 38 h 164"/>
              <a:gd name="T70" fmla="*/ 77 w 197"/>
              <a:gd name="T71" fmla="*/ 87 h 164"/>
              <a:gd name="T72" fmla="*/ 148 w 197"/>
              <a:gd name="T73" fmla="*/ 109 h 164"/>
              <a:gd name="T74" fmla="*/ 148 w 197"/>
              <a:gd name="T75" fmla="*/ 128 h 164"/>
              <a:gd name="T76" fmla="*/ 167 w 197"/>
              <a:gd name="T77" fmla="*/ 128 h 164"/>
              <a:gd name="T78" fmla="*/ 168 w 197"/>
              <a:gd name="T79" fmla="*/ 109 h 164"/>
              <a:gd name="T80" fmla="*/ 158 w 197"/>
              <a:gd name="T81" fmla="*/ 105 h 164"/>
              <a:gd name="T82" fmla="*/ 154 w 197"/>
              <a:gd name="T83" fmla="*/ 114 h 164"/>
              <a:gd name="T84" fmla="*/ 163 w 197"/>
              <a:gd name="T85" fmla="*/ 118 h 164"/>
              <a:gd name="T86" fmla="*/ 154 w 197"/>
              <a:gd name="T87" fmla="*/ 122 h 164"/>
              <a:gd name="T88" fmla="*/ 154 w 197"/>
              <a:gd name="T89" fmla="*/ 11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97" h="164">
                <a:moveTo>
                  <a:pt x="159" y="6"/>
                </a:moveTo>
                <a:cubicBezTo>
                  <a:pt x="158" y="2"/>
                  <a:pt x="155" y="0"/>
                  <a:pt x="151" y="1"/>
                </a:cubicBezTo>
                <a:cubicBezTo>
                  <a:pt x="111" y="11"/>
                  <a:pt x="111" y="11"/>
                  <a:pt x="111" y="11"/>
                </a:cubicBezTo>
                <a:cubicBezTo>
                  <a:pt x="110" y="10"/>
                  <a:pt x="108" y="8"/>
                  <a:pt x="105" y="8"/>
                </a:cubicBezTo>
                <a:cubicBezTo>
                  <a:pt x="7" y="8"/>
                  <a:pt x="7" y="8"/>
                  <a:pt x="7" y="8"/>
                </a:cubicBezTo>
                <a:cubicBezTo>
                  <a:pt x="3" y="8"/>
                  <a:pt x="0" y="11"/>
                  <a:pt x="0" y="15"/>
                </a:cubicBezTo>
                <a:cubicBezTo>
                  <a:pt x="0" y="157"/>
                  <a:pt x="0" y="157"/>
                  <a:pt x="0" y="157"/>
                </a:cubicBezTo>
                <a:cubicBezTo>
                  <a:pt x="0" y="161"/>
                  <a:pt x="3" y="164"/>
                  <a:pt x="7" y="164"/>
                </a:cubicBezTo>
                <a:cubicBezTo>
                  <a:pt x="105" y="164"/>
                  <a:pt x="105" y="164"/>
                  <a:pt x="105" y="164"/>
                </a:cubicBezTo>
                <a:cubicBezTo>
                  <a:pt x="109" y="164"/>
                  <a:pt x="112" y="161"/>
                  <a:pt x="112" y="157"/>
                </a:cubicBezTo>
                <a:cubicBezTo>
                  <a:pt x="112" y="71"/>
                  <a:pt x="112" y="71"/>
                  <a:pt x="112" y="71"/>
                </a:cubicBezTo>
                <a:cubicBezTo>
                  <a:pt x="136" y="159"/>
                  <a:pt x="136" y="159"/>
                  <a:pt x="136" y="159"/>
                </a:cubicBezTo>
                <a:cubicBezTo>
                  <a:pt x="136" y="162"/>
                  <a:pt x="140" y="164"/>
                  <a:pt x="144" y="163"/>
                </a:cubicBezTo>
                <a:cubicBezTo>
                  <a:pt x="191" y="151"/>
                  <a:pt x="191" y="151"/>
                  <a:pt x="191" y="151"/>
                </a:cubicBezTo>
                <a:cubicBezTo>
                  <a:pt x="195" y="150"/>
                  <a:pt x="197" y="146"/>
                  <a:pt x="196" y="142"/>
                </a:cubicBezTo>
                <a:cubicBezTo>
                  <a:pt x="159" y="6"/>
                  <a:pt x="159" y="6"/>
                  <a:pt x="159" y="6"/>
                </a:cubicBezTo>
                <a:close/>
                <a:moveTo>
                  <a:pt x="52" y="150"/>
                </a:moveTo>
                <a:cubicBezTo>
                  <a:pt x="52" y="150"/>
                  <a:pt x="52" y="150"/>
                  <a:pt x="52" y="150"/>
                </a:cubicBezTo>
                <a:cubicBezTo>
                  <a:pt x="14" y="150"/>
                  <a:pt x="14" y="150"/>
                  <a:pt x="14" y="150"/>
                </a:cubicBezTo>
                <a:cubicBezTo>
                  <a:pt x="14" y="22"/>
                  <a:pt x="14" y="22"/>
                  <a:pt x="14" y="22"/>
                </a:cubicBezTo>
                <a:cubicBezTo>
                  <a:pt x="52" y="22"/>
                  <a:pt x="52" y="22"/>
                  <a:pt x="52" y="22"/>
                </a:cubicBezTo>
                <a:cubicBezTo>
                  <a:pt x="52" y="150"/>
                  <a:pt x="52" y="150"/>
                  <a:pt x="52" y="150"/>
                </a:cubicBezTo>
                <a:close/>
                <a:moveTo>
                  <a:pt x="99" y="150"/>
                </a:moveTo>
                <a:cubicBezTo>
                  <a:pt x="99" y="150"/>
                  <a:pt x="99" y="150"/>
                  <a:pt x="99" y="150"/>
                </a:cubicBezTo>
                <a:cubicBezTo>
                  <a:pt x="60" y="150"/>
                  <a:pt x="60" y="150"/>
                  <a:pt x="60" y="150"/>
                </a:cubicBezTo>
                <a:cubicBezTo>
                  <a:pt x="60" y="22"/>
                  <a:pt x="60" y="22"/>
                  <a:pt x="60" y="22"/>
                </a:cubicBezTo>
                <a:cubicBezTo>
                  <a:pt x="99" y="22"/>
                  <a:pt x="99" y="22"/>
                  <a:pt x="99" y="22"/>
                </a:cubicBezTo>
                <a:cubicBezTo>
                  <a:pt x="99" y="150"/>
                  <a:pt x="99" y="150"/>
                  <a:pt x="99" y="150"/>
                </a:cubicBezTo>
                <a:close/>
                <a:moveTo>
                  <a:pt x="147" y="149"/>
                </a:moveTo>
                <a:cubicBezTo>
                  <a:pt x="147" y="149"/>
                  <a:pt x="147" y="149"/>
                  <a:pt x="147" y="149"/>
                </a:cubicBezTo>
                <a:cubicBezTo>
                  <a:pt x="114" y="25"/>
                  <a:pt x="114" y="25"/>
                  <a:pt x="114" y="25"/>
                </a:cubicBezTo>
                <a:cubicBezTo>
                  <a:pt x="148" y="16"/>
                  <a:pt x="148" y="16"/>
                  <a:pt x="148" y="16"/>
                </a:cubicBezTo>
                <a:cubicBezTo>
                  <a:pt x="181" y="139"/>
                  <a:pt x="181" y="139"/>
                  <a:pt x="181" y="139"/>
                </a:cubicBezTo>
                <a:cubicBezTo>
                  <a:pt x="147" y="149"/>
                  <a:pt x="147" y="149"/>
                  <a:pt x="147" y="149"/>
                </a:cubicBezTo>
                <a:close/>
                <a:moveTo>
                  <a:pt x="23" y="133"/>
                </a:moveTo>
                <a:cubicBezTo>
                  <a:pt x="23" y="133"/>
                  <a:pt x="23" y="133"/>
                  <a:pt x="23" y="133"/>
                </a:cubicBezTo>
                <a:cubicBezTo>
                  <a:pt x="23" y="133"/>
                  <a:pt x="23" y="133"/>
                  <a:pt x="23" y="133"/>
                </a:cubicBezTo>
                <a:cubicBezTo>
                  <a:pt x="26" y="136"/>
                  <a:pt x="29" y="137"/>
                  <a:pt x="33" y="137"/>
                </a:cubicBezTo>
                <a:cubicBezTo>
                  <a:pt x="37" y="137"/>
                  <a:pt x="40" y="136"/>
                  <a:pt x="42" y="134"/>
                </a:cubicBezTo>
                <a:cubicBezTo>
                  <a:pt x="43" y="133"/>
                  <a:pt x="43" y="133"/>
                  <a:pt x="43" y="133"/>
                </a:cubicBezTo>
                <a:cubicBezTo>
                  <a:pt x="45" y="131"/>
                  <a:pt x="47" y="127"/>
                  <a:pt x="47" y="124"/>
                </a:cubicBezTo>
                <a:cubicBezTo>
                  <a:pt x="47" y="120"/>
                  <a:pt x="45" y="116"/>
                  <a:pt x="43" y="114"/>
                </a:cubicBezTo>
                <a:cubicBezTo>
                  <a:pt x="42" y="114"/>
                  <a:pt x="42" y="114"/>
                  <a:pt x="42" y="114"/>
                </a:cubicBezTo>
                <a:cubicBezTo>
                  <a:pt x="40" y="112"/>
                  <a:pt x="37" y="110"/>
                  <a:pt x="33" y="110"/>
                </a:cubicBezTo>
                <a:cubicBezTo>
                  <a:pt x="29" y="110"/>
                  <a:pt x="26" y="112"/>
                  <a:pt x="23" y="114"/>
                </a:cubicBezTo>
                <a:cubicBezTo>
                  <a:pt x="21" y="116"/>
                  <a:pt x="19" y="120"/>
                  <a:pt x="19" y="124"/>
                </a:cubicBezTo>
                <a:cubicBezTo>
                  <a:pt x="19" y="127"/>
                  <a:pt x="21" y="131"/>
                  <a:pt x="23" y="133"/>
                </a:cubicBezTo>
                <a:close/>
                <a:moveTo>
                  <a:pt x="29" y="120"/>
                </a:moveTo>
                <a:cubicBezTo>
                  <a:pt x="29" y="120"/>
                  <a:pt x="29" y="120"/>
                  <a:pt x="29" y="120"/>
                </a:cubicBezTo>
                <a:cubicBezTo>
                  <a:pt x="30" y="119"/>
                  <a:pt x="31" y="118"/>
                  <a:pt x="33" y="118"/>
                </a:cubicBezTo>
                <a:cubicBezTo>
                  <a:pt x="34" y="118"/>
                  <a:pt x="36" y="119"/>
                  <a:pt x="37" y="120"/>
                </a:cubicBezTo>
                <a:cubicBezTo>
                  <a:pt x="37" y="120"/>
                  <a:pt x="37" y="120"/>
                  <a:pt x="37" y="120"/>
                </a:cubicBezTo>
                <a:cubicBezTo>
                  <a:pt x="38" y="121"/>
                  <a:pt x="38" y="122"/>
                  <a:pt x="38" y="124"/>
                </a:cubicBezTo>
                <a:cubicBezTo>
                  <a:pt x="38" y="125"/>
                  <a:pt x="38" y="127"/>
                  <a:pt x="37" y="128"/>
                </a:cubicBezTo>
                <a:cubicBezTo>
                  <a:pt x="36" y="129"/>
                  <a:pt x="34" y="129"/>
                  <a:pt x="33" y="129"/>
                </a:cubicBezTo>
                <a:cubicBezTo>
                  <a:pt x="31" y="129"/>
                  <a:pt x="30" y="129"/>
                  <a:pt x="29" y="128"/>
                </a:cubicBezTo>
                <a:cubicBezTo>
                  <a:pt x="29" y="127"/>
                  <a:pt x="29" y="127"/>
                  <a:pt x="29" y="127"/>
                </a:cubicBezTo>
                <a:cubicBezTo>
                  <a:pt x="28" y="126"/>
                  <a:pt x="27" y="125"/>
                  <a:pt x="27" y="124"/>
                </a:cubicBezTo>
                <a:cubicBezTo>
                  <a:pt x="27" y="122"/>
                  <a:pt x="28" y="121"/>
                  <a:pt x="29" y="120"/>
                </a:cubicBezTo>
                <a:close/>
                <a:moveTo>
                  <a:pt x="32" y="91"/>
                </a:moveTo>
                <a:cubicBezTo>
                  <a:pt x="32" y="91"/>
                  <a:pt x="32" y="91"/>
                  <a:pt x="32" y="91"/>
                </a:cubicBezTo>
                <a:cubicBezTo>
                  <a:pt x="34" y="91"/>
                  <a:pt x="36" y="89"/>
                  <a:pt x="36" y="87"/>
                </a:cubicBezTo>
                <a:cubicBezTo>
                  <a:pt x="36" y="38"/>
                  <a:pt x="36" y="38"/>
                  <a:pt x="36" y="38"/>
                </a:cubicBezTo>
                <a:cubicBezTo>
                  <a:pt x="36" y="35"/>
                  <a:pt x="34" y="34"/>
                  <a:pt x="32" y="34"/>
                </a:cubicBezTo>
                <a:cubicBezTo>
                  <a:pt x="29" y="34"/>
                  <a:pt x="28" y="35"/>
                  <a:pt x="28" y="38"/>
                </a:cubicBezTo>
                <a:cubicBezTo>
                  <a:pt x="28" y="87"/>
                  <a:pt x="28" y="87"/>
                  <a:pt x="28" y="87"/>
                </a:cubicBezTo>
                <a:cubicBezTo>
                  <a:pt x="28" y="89"/>
                  <a:pt x="29" y="91"/>
                  <a:pt x="32" y="91"/>
                </a:cubicBezTo>
                <a:close/>
                <a:moveTo>
                  <a:pt x="134" y="31"/>
                </a:moveTo>
                <a:cubicBezTo>
                  <a:pt x="134" y="31"/>
                  <a:pt x="134" y="31"/>
                  <a:pt x="134" y="31"/>
                </a:cubicBezTo>
                <a:cubicBezTo>
                  <a:pt x="132" y="32"/>
                  <a:pt x="131" y="34"/>
                  <a:pt x="131" y="36"/>
                </a:cubicBezTo>
                <a:cubicBezTo>
                  <a:pt x="144" y="84"/>
                  <a:pt x="144" y="84"/>
                  <a:pt x="144" y="84"/>
                </a:cubicBezTo>
                <a:cubicBezTo>
                  <a:pt x="144" y="86"/>
                  <a:pt x="146" y="87"/>
                  <a:pt x="149" y="86"/>
                </a:cubicBezTo>
                <a:cubicBezTo>
                  <a:pt x="151" y="86"/>
                  <a:pt x="152" y="84"/>
                  <a:pt x="152" y="82"/>
                </a:cubicBezTo>
                <a:cubicBezTo>
                  <a:pt x="139" y="34"/>
                  <a:pt x="139" y="34"/>
                  <a:pt x="139" y="34"/>
                </a:cubicBezTo>
                <a:cubicBezTo>
                  <a:pt x="138" y="32"/>
                  <a:pt x="136" y="31"/>
                  <a:pt x="134" y="31"/>
                </a:cubicBezTo>
                <a:close/>
                <a:moveTo>
                  <a:pt x="69" y="133"/>
                </a:moveTo>
                <a:cubicBezTo>
                  <a:pt x="69" y="133"/>
                  <a:pt x="69" y="133"/>
                  <a:pt x="69" y="133"/>
                </a:cubicBezTo>
                <a:cubicBezTo>
                  <a:pt x="69" y="133"/>
                  <a:pt x="69" y="133"/>
                  <a:pt x="69" y="133"/>
                </a:cubicBezTo>
                <a:cubicBezTo>
                  <a:pt x="71" y="136"/>
                  <a:pt x="75" y="137"/>
                  <a:pt x="79" y="137"/>
                </a:cubicBezTo>
                <a:cubicBezTo>
                  <a:pt x="82" y="137"/>
                  <a:pt x="86" y="136"/>
                  <a:pt x="88" y="134"/>
                </a:cubicBezTo>
                <a:cubicBezTo>
                  <a:pt x="88" y="133"/>
                  <a:pt x="88" y="133"/>
                  <a:pt x="88" y="133"/>
                </a:cubicBezTo>
                <a:cubicBezTo>
                  <a:pt x="91" y="131"/>
                  <a:pt x="92" y="127"/>
                  <a:pt x="92" y="124"/>
                </a:cubicBezTo>
                <a:cubicBezTo>
                  <a:pt x="92" y="120"/>
                  <a:pt x="91" y="116"/>
                  <a:pt x="88" y="114"/>
                </a:cubicBezTo>
                <a:cubicBezTo>
                  <a:pt x="86" y="112"/>
                  <a:pt x="82" y="110"/>
                  <a:pt x="79" y="110"/>
                </a:cubicBezTo>
                <a:cubicBezTo>
                  <a:pt x="75" y="110"/>
                  <a:pt x="71" y="112"/>
                  <a:pt x="69" y="114"/>
                </a:cubicBezTo>
                <a:cubicBezTo>
                  <a:pt x="69" y="114"/>
                  <a:pt x="69" y="114"/>
                  <a:pt x="69" y="114"/>
                </a:cubicBezTo>
                <a:cubicBezTo>
                  <a:pt x="66" y="116"/>
                  <a:pt x="65" y="120"/>
                  <a:pt x="65" y="124"/>
                </a:cubicBezTo>
                <a:cubicBezTo>
                  <a:pt x="65" y="127"/>
                  <a:pt x="66" y="131"/>
                  <a:pt x="69" y="133"/>
                </a:cubicBezTo>
                <a:close/>
                <a:moveTo>
                  <a:pt x="75" y="120"/>
                </a:moveTo>
                <a:cubicBezTo>
                  <a:pt x="75" y="120"/>
                  <a:pt x="75" y="120"/>
                  <a:pt x="75" y="120"/>
                </a:cubicBezTo>
                <a:cubicBezTo>
                  <a:pt x="76" y="119"/>
                  <a:pt x="77" y="118"/>
                  <a:pt x="79" y="118"/>
                </a:cubicBezTo>
                <a:cubicBezTo>
                  <a:pt x="80" y="118"/>
                  <a:pt x="81" y="119"/>
                  <a:pt x="82" y="120"/>
                </a:cubicBezTo>
                <a:cubicBezTo>
                  <a:pt x="82" y="120"/>
                  <a:pt x="82" y="120"/>
                  <a:pt x="82" y="120"/>
                </a:cubicBezTo>
                <a:cubicBezTo>
                  <a:pt x="84" y="121"/>
                  <a:pt x="84" y="122"/>
                  <a:pt x="84" y="124"/>
                </a:cubicBezTo>
                <a:cubicBezTo>
                  <a:pt x="84" y="125"/>
                  <a:pt x="84" y="127"/>
                  <a:pt x="83" y="128"/>
                </a:cubicBezTo>
                <a:cubicBezTo>
                  <a:pt x="82" y="128"/>
                  <a:pt x="82" y="128"/>
                  <a:pt x="82" y="128"/>
                </a:cubicBezTo>
                <a:cubicBezTo>
                  <a:pt x="81" y="129"/>
                  <a:pt x="80" y="129"/>
                  <a:pt x="79" y="129"/>
                </a:cubicBezTo>
                <a:cubicBezTo>
                  <a:pt x="77" y="129"/>
                  <a:pt x="76" y="129"/>
                  <a:pt x="75" y="128"/>
                </a:cubicBezTo>
                <a:cubicBezTo>
                  <a:pt x="74" y="127"/>
                  <a:pt x="74" y="127"/>
                  <a:pt x="74" y="127"/>
                </a:cubicBezTo>
                <a:cubicBezTo>
                  <a:pt x="74" y="126"/>
                  <a:pt x="73" y="125"/>
                  <a:pt x="73" y="124"/>
                </a:cubicBezTo>
                <a:cubicBezTo>
                  <a:pt x="73" y="122"/>
                  <a:pt x="74" y="121"/>
                  <a:pt x="75" y="120"/>
                </a:cubicBezTo>
                <a:close/>
                <a:moveTo>
                  <a:pt x="81" y="91"/>
                </a:moveTo>
                <a:cubicBezTo>
                  <a:pt x="81" y="91"/>
                  <a:pt x="81" y="91"/>
                  <a:pt x="81" y="91"/>
                </a:cubicBezTo>
                <a:cubicBezTo>
                  <a:pt x="83" y="91"/>
                  <a:pt x="85" y="89"/>
                  <a:pt x="85" y="87"/>
                </a:cubicBezTo>
                <a:cubicBezTo>
                  <a:pt x="85" y="38"/>
                  <a:pt x="85" y="38"/>
                  <a:pt x="85" y="38"/>
                </a:cubicBezTo>
                <a:cubicBezTo>
                  <a:pt x="85" y="35"/>
                  <a:pt x="83" y="34"/>
                  <a:pt x="81" y="34"/>
                </a:cubicBezTo>
                <a:cubicBezTo>
                  <a:pt x="79" y="34"/>
                  <a:pt x="77" y="35"/>
                  <a:pt x="77" y="38"/>
                </a:cubicBezTo>
                <a:cubicBezTo>
                  <a:pt x="77" y="87"/>
                  <a:pt x="77" y="87"/>
                  <a:pt x="77" y="87"/>
                </a:cubicBezTo>
                <a:cubicBezTo>
                  <a:pt x="77" y="89"/>
                  <a:pt x="79" y="91"/>
                  <a:pt x="81" y="91"/>
                </a:cubicBezTo>
                <a:close/>
                <a:moveTo>
                  <a:pt x="148" y="109"/>
                </a:moveTo>
                <a:cubicBezTo>
                  <a:pt x="148" y="109"/>
                  <a:pt x="148" y="109"/>
                  <a:pt x="148" y="109"/>
                </a:cubicBezTo>
                <a:cubicBezTo>
                  <a:pt x="146" y="111"/>
                  <a:pt x="144" y="114"/>
                  <a:pt x="144" y="118"/>
                </a:cubicBezTo>
                <a:cubicBezTo>
                  <a:pt x="144" y="122"/>
                  <a:pt x="146" y="125"/>
                  <a:pt x="148" y="128"/>
                </a:cubicBezTo>
                <a:cubicBezTo>
                  <a:pt x="148" y="128"/>
                  <a:pt x="148" y="128"/>
                  <a:pt x="148" y="128"/>
                </a:cubicBezTo>
                <a:cubicBezTo>
                  <a:pt x="151" y="130"/>
                  <a:pt x="154" y="132"/>
                  <a:pt x="158" y="132"/>
                </a:cubicBezTo>
                <a:cubicBezTo>
                  <a:pt x="161" y="132"/>
                  <a:pt x="165" y="131"/>
                  <a:pt x="167" y="128"/>
                </a:cubicBezTo>
                <a:cubicBezTo>
                  <a:pt x="167" y="128"/>
                  <a:pt x="167" y="128"/>
                  <a:pt x="167" y="128"/>
                </a:cubicBezTo>
                <a:cubicBezTo>
                  <a:pt x="168" y="128"/>
                  <a:pt x="168" y="128"/>
                  <a:pt x="168" y="128"/>
                </a:cubicBezTo>
                <a:cubicBezTo>
                  <a:pt x="170" y="126"/>
                  <a:pt x="171" y="122"/>
                  <a:pt x="171" y="118"/>
                </a:cubicBezTo>
                <a:cubicBezTo>
                  <a:pt x="171" y="114"/>
                  <a:pt x="170" y="111"/>
                  <a:pt x="168" y="109"/>
                </a:cubicBezTo>
                <a:cubicBezTo>
                  <a:pt x="168" y="109"/>
                  <a:pt x="168" y="109"/>
                  <a:pt x="168" y="109"/>
                </a:cubicBezTo>
                <a:cubicBezTo>
                  <a:pt x="168" y="109"/>
                  <a:pt x="168" y="109"/>
                  <a:pt x="168" y="109"/>
                </a:cubicBezTo>
                <a:cubicBezTo>
                  <a:pt x="165" y="106"/>
                  <a:pt x="162" y="105"/>
                  <a:pt x="158" y="105"/>
                </a:cubicBezTo>
                <a:cubicBezTo>
                  <a:pt x="154" y="105"/>
                  <a:pt x="151" y="106"/>
                  <a:pt x="148" y="109"/>
                </a:cubicBezTo>
                <a:close/>
                <a:moveTo>
                  <a:pt x="154" y="114"/>
                </a:moveTo>
                <a:cubicBezTo>
                  <a:pt x="154" y="114"/>
                  <a:pt x="154" y="114"/>
                  <a:pt x="154" y="114"/>
                </a:cubicBezTo>
                <a:cubicBezTo>
                  <a:pt x="155" y="113"/>
                  <a:pt x="156" y="113"/>
                  <a:pt x="158" y="113"/>
                </a:cubicBezTo>
                <a:cubicBezTo>
                  <a:pt x="159" y="113"/>
                  <a:pt x="161" y="113"/>
                  <a:pt x="162" y="114"/>
                </a:cubicBezTo>
                <a:cubicBezTo>
                  <a:pt x="163" y="115"/>
                  <a:pt x="163" y="117"/>
                  <a:pt x="163" y="118"/>
                </a:cubicBezTo>
                <a:cubicBezTo>
                  <a:pt x="163" y="120"/>
                  <a:pt x="163" y="121"/>
                  <a:pt x="162" y="122"/>
                </a:cubicBezTo>
                <a:cubicBezTo>
                  <a:pt x="161" y="123"/>
                  <a:pt x="159" y="124"/>
                  <a:pt x="158" y="124"/>
                </a:cubicBezTo>
                <a:cubicBezTo>
                  <a:pt x="156" y="124"/>
                  <a:pt x="155" y="123"/>
                  <a:pt x="154" y="122"/>
                </a:cubicBezTo>
                <a:cubicBezTo>
                  <a:pt x="154" y="122"/>
                  <a:pt x="154" y="122"/>
                  <a:pt x="154" y="122"/>
                </a:cubicBezTo>
                <a:cubicBezTo>
                  <a:pt x="153" y="121"/>
                  <a:pt x="152" y="120"/>
                  <a:pt x="152" y="118"/>
                </a:cubicBezTo>
                <a:cubicBezTo>
                  <a:pt x="152" y="117"/>
                  <a:pt x="153" y="115"/>
                  <a:pt x="154" y="114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74" name="组合 73"/>
          <p:cNvGrpSpPr/>
          <p:nvPr/>
        </p:nvGrpSpPr>
        <p:grpSpPr>
          <a:xfrm>
            <a:off x="2167164" y="2571750"/>
            <a:ext cx="1512542" cy="1895740"/>
            <a:chOff x="522514" y="3027330"/>
            <a:chExt cx="1512542" cy="1440160"/>
          </a:xfrm>
        </p:grpSpPr>
        <p:sp>
          <p:nvSpPr>
            <p:cNvPr id="75" name="矩形 74"/>
            <p:cNvSpPr/>
            <p:nvPr/>
          </p:nvSpPr>
          <p:spPr>
            <a:xfrm>
              <a:off x="522514" y="3027330"/>
              <a:ext cx="1512542" cy="1440160"/>
            </a:xfrm>
            <a:prstGeom prst="rect">
              <a:avLst/>
            </a:prstGeom>
            <a:solidFill>
              <a:schemeClr val="bg1">
                <a:lumMod val="8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6" name="直接连接符 75"/>
            <p:cNvCxnSpPr/>
            <p:nvPr/>
          </p:nvCxnSpPr>
          <p:spPr>
            <a:xfrm>
              <a:off x="522514" y="3393953"/>
              <a:ext cx="1512542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组合 76"/>
          <p:cNvGrpSpPr/>
          <p:nvPr/>
        </p:nvGrpSpPr>
        <p:grpSpPr>
          <a:xfrm>
            <a:off x="3818164" y="2571750"/>
            <a:ext cx="1512542" cy="1895740"/>
            <a:chOff x="522514" y="3027330"/>
            <a:chExt cx="1512542" cy="1440160"/>
          </a:xfrm>
        </p:grpSpPr>
        <p:sp>
          <p:nvSpPr>
            <p:cNvPr id="78" name="矩形 77"/>
            <p:cNvSpPr/>
            <p:nvPr/>
          </p:nvSpPr>
          <p:spPr>
            <a:xfrm>
              <a:off x="522514" y="3027330"/>
              <a:ext cx="1512542" cy="1440160"/>
            </a:xfrm>
            <a:prstGeom prst="rect">
              <a:avLst/>
            </a:prstGeom>
            <a:solidFill>
              <a:schemeClr val="bg1">
                <a:lumMod val="8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9" name="直接连接符 78"/>
            <p:cNvCxnSpPr/>
            <p:nvPr/>
          </p:nvCxnSpPr>
          <p:spPr>
            <a:xfrm>
              <a:off x="522514" y="3393953"/>
              <a:ext cx="1512542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组合 79"/>
          <p:cNvGrpSpPr/>
          <p:nvPr/>
        </p:nvGrpSpPr>
        <p:grpSpPr>
          <a:xfrm>
            <a:off x="5475514" y="2571750"/>
            <a:ext cx="1512542" cy="1895740"/>
            <a:chOff x="522514" y="3027330"/>
            <a:chExt cx="1512542" cy="1440160"/>
          </a:xfrm>
        </p:grpSpPr>
        <p:sp>
          <p:nvSpPr>
            <p:cNvPr id="81" name="矩形 80"/>
            <p:cNvSpPr/>
            <p:nvPr/>
          </p:nvSpPr>
          <p:spPr>
            <a:xfrm>
              <a:off x="522514" y="3027330"/>
              <a:ext cx="1512542" cy="1440160"/>
            </a:xfrm>
            <a:prstGeom prst="rect">
              <a:avLst/>
            </a:prstGeom>
            <a:solidFill>
              <a:schemeClr val="bg1">
                <a:lumMod val="8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2" name="直接连接符 81"/>
            <p:cNvCxnSpPr/>
            <p:nvPr/>
          </p:nvCxnSpPr>
          <p:spPr>
            <a:xfrm>
              <a:off x="522514" y="3393953"/>
              <a:ext cx="1512542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组合 82"/>
          <p:cNvGrpSpPr/>
          <p:nvPr/>
        </p:nvGrpSpPr>
        <p:grpSpPr>
          <a:xfrm>
            <a:off x="7120164" y="2571750"/>
            <a:ext cx="1512542" cy="1895740"/>
            <a:chOff x="522514" y="3027330"/>
            <a:chExt cx="1512542" cy="1440160"/>
          </a:xfrm>
        </p:grpSpPr>
        <p:sp>
          <p:nvSpPr>
            <p:cNvPr id="84" name="矩形 83"/>
            <p:cNvSpPr/>
            <p:nvPr/>
          </p:nvSpPr>
          <p:spPr>
            <a:xfrm>
              <a:off x="522514" y="3027330"/>
              <a:ext cx="1512542" cy="1440160"/>
            </a:xfrm>
            <a:prstGeom prst="rect">
              <a:avLst/>
            </a:prstGeom>
            <a:solidFill>
              <a:schemeClr val="bg1">
                <a:lumMod val="8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5" name="直接连接符 84"/>
            <p:cNvCxnSpPr/>
            <p:nvPr/>
          </p:nvCxnSpPr>
          <p:spPr>
            <a:xfrm>
              <a:off x="522514" y="3393953"/>
              <a:ext cx="1512542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矩形 58"/>
          <p:cNvSpPr/>
          <p:nvPr/>
        </p:nvSpPr>
        <p:spPr>
          <a:xfrm>
            <a:off x="4223188" y="3111789"/>
            <a:ext cx="697627" cy="7568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编码方式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特征选择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分箱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2506373" y="3111789"/>
            <a:ext cx="825867" cy="5260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缺失值处理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异常值处理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661320" y="3111789"/>
            <a:ext cx="1210588" cy="984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初步分析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查重与缺失值观测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数值型特征分析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标称型特征分析</a:t>
            </a:r>
          </a:p>
        </p:txBody>
      </p:sp>
      <p:sp>
        <p:nvSpPr>
          <p:cNvPr id="62" name="矩形 61"/>
          <p:cNvSpPr/>
          <p:nvPr/>
        </p:nvSpPr>
        <p:spPr>
          <a:xfrm>
            <a:off x="7535347" y="3111789"/>
            <a:ext cx="697627" cy="5260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存在问题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后续展望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5882652" y="3111789"/>
            <a:ext cx="697627" cy="7568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逻辑回归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KNN</a:t>
            </a: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树模型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4171895" y="2667289"/>
            <a:ext cx="8002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特征工程</a:t>
            </a:r>
          </a:p>
        </p:txBody>
      </p:sp>
      <p:sp>
        <p:nvSpPr>
          <p:cNvPr id="65" name="矩形 64"/>
          <p:cNvSpPr/>
          <p:nvPr/>
        </p:nvSpPr>
        <p:spPr>
          <a:xfrm>
            <a:off x="2519198" y="2667289"/>
            <a:ext cx="8002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数据清洗</a:t>
            </a:r>
          </a:p>
        </p:txBody>
      </p:sp>
      <p:sp>
        <p:nvSpPr>
          <p:cNvPr id="66" name="矩形 65"/>
          <p:cNvSpPr/>
          <p:nvPr/>
        </p:nvSpPr>
        <p:spPr>
          <a:xfrm>
            <a:off x="697527" y="2667289"/>
            <a:ext cx="113817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数据特征分析</a:t>
            </a:r>
          </a:p>
        </p:txBody>
      </p:sp>
      <p:sp>
        <p:nvSpPr>
          <p:cNvPr id="67" name="矩形 66"/>
          <p:cNvSpPr/>
          <p:nvPr/>
        </p:nvSpPr>
        <p:spPr>
          <a:xfrm>
            <a:off x="7637937" y="2667289"/>
            <a:ext cx="4924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结语</a:t>
            </a:r>
          </a:p>
        </p:txBody>
      </p:sp>
      <p:sp>
        <p:nvSpPr>
          <p:cNvPr id="68" name="矩形 67"/>
          <p:cNvSpPr/>
          <p:nvPr/>
        </p:nvSpPr>
        <p:spPr>
          <a:xfrm>
            <a:off x="5600526" y="2667289"/>
            <a:ext cx="126188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模型拟合与优化</a:t>
            </a:r>
          </a:p>
        </p:txBody>
      </p:sp>
    </p:spTree>
    <p:extLst>
      <p:ext uri="{BB962C8B-B14F-4D97-AF65-F5344CB8AC3E}">
        <p14:creationId xmlns:p14="http://schemas.microsoft.com/office/powerpoint/2010/main" val="9595281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/>
          <p:cNvSpPr/>
          <p:nvPr/>
        </p:nvSpPr>
        <p:spPr>
          <a:xfrm>
            <a:off x="4724252" y="2676794"/>
            <a:ext cx="870751" cy="5260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存在问题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后续展望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364088" y="2070506"/>
            <a:ext cx="27363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结语</a:t>
            </a:r>
            <a:endParaRPr lang="zh-CN" altLang="en-US" sz="2000" b="1" dirty="0">
              <a:ln w="6350"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4573570" y="1790523"/>
            <a:ext cx="7905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4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05</a:t>
            </a:r>
            <a:endParaRPr lang="zh-CN" altLang="en-US" sz="44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0" y="2517744"/>
            <a:ext cx="9144000" cy="54006"/>
            <a:chOff x="2190216" y="0"/>
            <a:chExt cx="7128792" cy="108012"/>
          </a:xfrm>
        </p:grpSpPr>
        <p:sp>
          <p:nvSpPr>
            <p:cNvPr id="50" name="矩形 49"/>
            <p:cNvSpPr/>
            <p:nvPr/>
          </p:nvSpPr>
          <p:spPr>
            <a:xfrm>
              <a:off x="2190216" y="0"/>
              <a:ext cx="1188132" cy="1080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/>
            <p:cNvSpPr/>
            <p:nvPr/>
          </p:nvSpPr>
          <p:spPr>
            <a:xfrm>
              <a:off x="3378348" y="0"/>
              <a:ext cx="1188132" cy="1080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 55"/>
            <p:cNvSpPr/>
            <p:nvPr/>
          </p:nvSpPr>
          <p:spPr>
            <a:xfrm>
              <a:off x="4566480" y="0"/>
              <a:ext cx="1188132" cy="1080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矩形 56"/>
            <p:cNvSpPr/>
            <p:nvPr/>
          </p:nvSpPr>
          <p:spPr>
            <a:xfrm>
              <a:off x="5754612" y="0"/>
              <a:ext cx="1188132" cy="10801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/>
            <p:cNvSpPr/>
            <p:nvPr/>
          </p:nvSpPr>
          <p:spPr>
            <a:xfrm>
              <a:off x="6942744" y="0"/>
              <a:ext cx="1188132" cy="10801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矩形 73"/>
            <p:cNvSpPr/>
            <p:nvPr/>
          </p:nvSpPr>
          <p:spPr>
            <a:xfrm>
              <a:off x="8130876" y="0"/>
              <a:ext cx="1188132" cy="108012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6"/>
          <p:cNvSpPr>
            <a:spLocks noEditPoints="1"/>
          </p:cNvSpPr>
          <p:nvPr/>
        </p:nvSpPr>
        <p:spPr bwMode="auto">
          <a:xfrm>
            <a:off x="4343400" y="1158093"/>
            <a:ext cx="457200" cy="593986"/>
          </a:xfrm>
          <a:custGeom>
            <a:avLst/>
            <a:gdLst>
              <a:gd name="T0" fmla="*/ 891 w 1347"/>
              <a:gd name="T1" fmla="*/ 639 h 1750"/>
              <a:gd name="T2" fmla="*/ 673 w 1347"/>
              <a:gd name="T3" fmla="*/ 728 h 1750"/>
              <a:gd name="T4" fmla="*/ 555 w 1347"/>
              <a:gd name="T5" fmla="*/ 706 h 1750"/>
              <a:gd name="T6" fmla="*/ 456 w 1347"/>
              <a:gd name="T7" fmla="*/ 639 h 1750"/>
              <a:gd name="T8" fmla="*/ 398 w 1347"/>
              <a:gd name="T9" fmla="*/ 639 h 1750"/>
              <a:gd name="T10" fmla="*/ 397 w 1347"/>
              <a:gd name="T11" fmla="*/ 696 h 1750"/>
              <a:gd name="T12" fmla="*/ 525 w 1347"/>
              <a:gd name="T13" fmla="*/ 781 h 1750"/>
              <a:gd name="T14" fmla="*/ 673 w 1347"/>
              <a:gd name="T15" fmla="*/ 810 h 1750"/>
              <a:gd name="T16" fmla="*/ 949 w 1347"/>
              <a:gd name="T17" fmla="*/ 696 h 1750"/>
              <a:gd name="T18" fmla="*/ 949 w 1347"/>
              <a:gd name="T19" fmla="*/ 639 h 1750"/>
              <a:gd name="T20" fmla="*/ 891 w 1347"/>
              <a:gd name="T21" fmla="*/ 639 h 1750"/>
              <a:gd name="T22" fmla="*/ 987 w 1347"/>
              <a:gd name="T23" fmla="*/ 1525 h 1750"/>
              <a:gd name="T24" fmla="*/ 987 w 1347"/>
              <a:gd name="T25" fmla="*/ 1525 h 1750"/>
              <a:gd name="T26" fmla="*/ 360 w 1347"/>
              <a:gd name="T27" fmla="*/ 1525 h 1750"/>
              <a:gd name="T28" fmla="*/ 318 w 1347"/>
              <a:gd name="T29" fmla="*/ 1566 h 1750"/>
              <a:gd name="T30" fmla="*/ 360 w 1347"/>
              <a:gd name="T31" fmla="*/ 1607 h 1750"/>
              <a:gd name="T32" fmla="*/ 987 w 1347"/>
              <a:gd name="T33" fmla="*/ 1607 h 1750"/>
              <a:gd name="T34" fmla="*/ 1027 w 1347"/>
              <a:gd name="T35" fmla="*/ 1566 h 1750"/>
              <a:gd name="T36" fmla="*/ 987 w 1347"/>
              <a:gd name="T37" fmla="*/ 1525 h 1750"/>
              <a:gd name="T38" fmla="*/ 1347 w 1347"/>
              <a:gd name="T39" fmla="*/ 674 h 1750"/>
              <a:gd name="T40" fmla="*/ 1347 w 1347"/>
              <a:gd name="T41" fmla="*/ 674 h 1750"/>
              <a:gd name="T42" fmla="*/ 1149 w 1347"/>
              <a:gd name="T43" fmla="*/ 198 h 1750"/>
              <a:gd name="T44" fmla="*/ 673 w 1347"/>
              <a:gd name="T45" fmla="*/ 0 h 1750"/>
              <a:gd name="T46" fmla="*/ 197 w 1347"/>
              <a:gd name="T47" fmla="*/ 198 h 1750"/>
              <a:gd name="T48" fmla="*/ 0 w 1347"/>
              <a:gd name="T49" fmla="*/ 674 h 1750"/>
              <a:gd name="T50" fmla="*/ 86 w 1347"/>
              <a:gd name="T51" fmla="*/ 1005 h 1750"/>
              <a:gd name="T52" fmla="*/ 292 w 1347"/>
              <a:gd name="T53" fmla="*/ 1229 h 1750"/>
              <a:gd name="T54" fmla="*/ 292 w 1347"/>
              <a:gd name="T55" fmla="*/ 1418 h 1750"/>
              <a:gd name="T56" fmla="*/ 360 w 1347"/>
              <a:gd name="T57" fmla="*/ 1487 h 1750"/>
              <a:gd name="T58" fmla="*/ 987 w 1347"/>
              <a:gd name="T59" fmla="*/ 1487 h 1750"/>
              <a:gd name="T60" fmla="*/ 1055 w 1347"/>
              <a:gd name="T61" fmla="*/ 1418 h 1750"/>
              <a:gd name="T62" fmla="*/ 1055 w 1347"/>
              <a:gd name="T63" fmla="*/ 1229 h 1750"/>
              <a:gd name="T64" fmla="*/ 1260 w 1347"/>
              <a:gd name="T65" fmla="*/ 1005 h 1750"/>
              <a:gd name="T66" fmla="*/ 1347 w 1347"/>
              <a:gd name="T67" fmla="*/ 674 h 1750"/>
              <a:gd name="T68" fmla="*/ 1142 w 1347"/>
              <a:gd name="T69" fmla="*/ 938 h 1750"/>
              <a:gd name="T70" fmla="*/ 1142 w 1347"/>
              <a:gd name="T71" fmla="*/ 938 h 1750"/>
              <a:gd name="T72" fmla="*/ 1141 w 1347"/>
              <a:gd name="T73" fmla="*/ 938 h 1750"/>
              <a:gd name="T74" fmla="*/ 951 w 1347"/>
              <a:gd name="T75" fmla="*/ 1135 h 1750"/>
              <a:gd name="T76" fmla="*/ 919 w 1347"/>
              <a:gd name="T77" fmla="*/ 1193 h 1750"/>
              <a:gd name="T78" fmla="*/ 918 w 1347"/>
              <a:gd name="T79" fmla="*/ 1193 h 1750"/>
              <a:gd name="T80" fmla="*/ 918 w 1347"/>
              <a:gd name="T81" fmla="*/ 1350 h 1750"/>
              <a:gd name="T82" fmla="*/ 429 w 1347"/>
              <a:gd name="T83" fmla="*/ 1350 h 1750"/>
              <a:gd name="T84" fmla="*/ 429 w 1347"/>
              <a:gd name="T85" fmla="*/ 1193 h 1750"/>
              <a:gd name="T86" fmla="*/ 389 w 1347"/>
              <a:gd name="T87" fmla="*/ 1132 h 1750"/>
              <a:gd name="T88" fmla="*/ 205 w 1347"/>
              <a:gd name="T89" fmla="*/ 938 h 1750"/>
              <a:gd name="T90" fmla="*/ 136 w 1347"/>
              <a:gd name="T91" fmla="*/ 674 h 1750"/>
              <a:gd name="T92" fmla="*/ 294 w 1347"/>
              <a:gd name="T93" fmla="*/ 295 h 1750"/>
              <a:gd name="T94" fmla="*/ 673 w 1347"/>
              <a:gd name="T95" fmla="*/ 137 h 1750"/>
              <a:gd name="T96" fmla="*/ 1053 w 1347"/>
              <a:gd name="T97" fmla="*/ 295 h 1750"/>
              <a:gd name="T98" fmla="*/ 1210 w 1347"/>
              <a:gd name="T99" fmla="*/ 674 h 1750"/>
              <a:gd name="T100" fmla="*/ 1142 w 1347"/>
              <a:gd name="T101" fmla="*/ 938 h 1750"/>
              <a:gd name="T102" fmla="*/ 855 w 1347"/>
              <a:gd name="T103" fmla="*/ 1668 h 1750"/>
              <a:gd name="T104" fmla="*/ 855 w 1347"/>
              <a:gd name="T105" fmla="*/ 1668 h 1750"/>
              <a:gd name="T106" fmla="*/ 492 w 1347"/>
              <a:gd name="T107" fmla="*/ 1668 h 1750"/>
              <a:gd name="T108" fmla="*/ 450 w 1347"/>
              <a:gd name="T109" fmla="*/ 1709 h 1750"/>
              <a:gd name="T110" fmla="*/ 492 w 1347"/>
              <a:gd name="T111" fmla="*/ 1750 h 1750"/>
              <a:gd name="T112" fmla="*/ 855 w 1347"/>
              <a:gd name="T113" fmla="*/ 1750 h 1750"/>
              <a:gd name="T114" fmla="*/ 896 w 1347"/>
              <a:gd name="T115" fmla="*/ 1709 h 1750"/>
              <a:gd name="T116" fmla="*/ 855 w 1347"/>
              <a:gd name="T117" fmla="*/ 1668 h 17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347" h="1750">
                <a:moveTo>
                  <a:pt x="891" y="639"/>
                </a:moveTo>
                <a:cubicBezTo>
                  <a:pt x="836" y="694"/>
                  <a:pt x="758" y="728"/>
                  <a:pt x="673" y="728"/>
                </a:cubicBezTo>
                <a:cubicBezTo>
                  <a:pt x="631" y="728"/>
                  <a:pt x="591" y="720"/>
                  <a:pt x="555" y="706"/>
                </a:cubicBezTo>
                <a:cubicBezTo>
                  <a:pt x="517" y="691"/>
                  <a:pt x="484" y="667"/>
                  <a:pt x="456" y="639"/>
                </a:cubicBezTo>
                <a:cubicBezTo>
                  <a:pt x="440" y="623"/>
                  <a:pt x="413" y="623"/>
                  <a:pt x="398" y="639"/>
                </a:cubicBezTo>
                <a:cubicBezTo>
                  <a:pt x="382" y="655"/>
                  <a:pt x="382" y="681"/>
                  <a:pt x="397" y="696"/>
                </a:cubicBezTo>
                <a:cubicBezTo>
                  <a:pt x="433" y="732"/>
                  <a:pt x="477" y="761"/>
                  <a:pt x="525" y="781"/>
                </a:cubicBezTo>
                <a:cubicBezTo>
                  <a:pt x="570" y="800"/>
                  <a:pt x="621" y="810"/>
                  <a:pt x="673" y="810"/>
                </a:cubicBezTo>
                <a:cubicBezTo>
                  <a:pt x="781" y="810"/>
                  <a:pt x="878" y="767"/>
                  <a:pt x="949" y="696"/>
                </a:cubicBezTo>
                <a:cubicBezTo>
                  <a:pt x="965" y="681"/>
                  <a:pt x="965" y="655"/>
                  <a:pt x="949" y="639"/>
                </a:cubicBezTo>
                <a:cubicBezTo>
                  <a:pt x="933" y="623"/>
                  <a:pt x="907" y="623"/>
                  <a:pt x="891" y="639"/>
                </a:cubicBezTo>
                <a:close/>
                <a:moveTo>
                  <a:pt x="987" y="1525"/>
                </a:moveTo>
                <a:cubicBezTo>
                  <a:pt x="987" y="1525"/>
                  <a:pt x="987" y="1525"/>
                  <a:pt x="987" y="1525"/>
                </a:cubicBezTo>
                <a:cubicBezTo>
                  <a:pt x="360" y="1525"/>
                  <a:pt x="360" y="1525"/>
                  <a:pt x="360" y="1525"/>
                </a:cubicBezTo>
                <a:cubicBezTo>
                  <a:pt x="337" y="1525"/>
                  <a:pt x="318" y="1544"/>
                  <a:pt x="318" y="1566"/>
                </a:cubicBezTo>
                <a:cubicBezTo>
                  <a:pt x="318" y="1589"/>
                  <a:pt x="337" y="1607"/>
                  <a:pt x="360" y="1607"/>
                </a:cubicBezTo>
                <a:cubicBezTo>
                  <a:pt x="987" y="1607"/>
                  <a:pt x="987" y="1607"/>
                  <a:pt x="987" y="1607"/>
                </a:cubicBezTo>
                <a:cubicBezTo>
                  <a:pt x="1009" y="1607"/>
                  <a:pt x="1027" y="1589"/>
                  <a:pt x="1027" y="1566"/>
                </a:cubicBezTo>
                <a:cubicBezTo>
                  <a:pt x="1027" y="1544"/>
                  <a:pt x="1009" y="1525"/>
                  <a:pt x="987" y="1525"/>
                </a:cubicBezTo>
                <a:close/>
                <a:moveTo>
                  <a:pt x="1347" y="674"/>
                </a:moveTo>
                <a:cubicBezTo>
                  <a:pt x="1347" y="674"/>
                  <a:pt x="1347" y="674"/>
                  <a:pt x="1347" y="674"/>
                </a:cubicBezTo>
                <a:cubicBezTo>
                  <a:pt x="1347" y="488"/>
                  <a:pt x="1272" y="320"/>
                  <a:pt x="1149" y="198"/>
                </a:cubicBezTo>
                <a:cubicBezTo>
                  <a:pt x="1027" y="76"/>
                  <a:pt x="859" y="0"/>
                  <a:pt x="673" y="0"/>
                </a:cubicBezTo>
                <a:cubicBezTo>
                  <a:pt x="488" y="0"/>
                  <a:pt x="318" y="76"/>
                  <a:pt x="197" y="198"/>
                </a:cubicBezTo>
                <a:cubicBezTo>
                  <a:pt x="75" y="320"/>
                  <a:pt x="0" y="488"/>
                  <a:pt x="0" y="674"/>
                </a:cubicBezTo>
                <a:cubicBezTo>
                  <a:pt x="0" y="794"/>
                  <a:pt x="31" y="907"/>
                  <a:pt x="86" y="1005"/>
                </a:cubicBezTo>
                <a:cubicBezTo>
                  <a:pt x="138" y="1094"/>
                  <a:pt x="207" y="1171"/>
                  <a:pt x="292" y="1229"/>
                </a:cubicBezTo>
                <a:cubicBezTo>
                  <a:pt x="292" y="1418"/>
                  <a:pt x="292" y="1418"/>
                  <a:pt x="292" y="1418"/>
                </a:cubicBezTo>
                <a:cubicBezTo>
                  <a:pt x="292" y="1456"/>
                  <a:pt x="322" y="1487"/>
                  <a:pt x="360" y="1487"/>
                </a:cubicBezTo>
                <a:cubicBezTo>
                  <a:pt x="987" y="1487"/>
                  <a:pt x="987" y="1487"/>
                  <a:pt x="987" y="1487"/>
                </a:cubicBezTo>
                <a:cubicBezTo>
                  <a:pt x="1025" y="1487"/>
                  <a:pt x="1055" y="1456"/>
                  <a:pt x="1055" y="1418"/>
                </a:cubicBezTo>
                <a:cubicBezTo>
                  <a:pt x="1055" y="1229"/>
                  <a:pt x="1055" y="1229"/>
                  <a:pt x="1055" y="1229"/>
                </a:cubicBezTo>
                <a:cubicBezTo>
                  <a:pt x="1140" y="1171"/>
                  <a:pt x="1210" y="1094"/>
                  <a:pt x="1260" y="1005"/>
                </a:cubicBezTo>
                <a:cubicBezTo>
                  <a:pt x="1316" y="906"/>
                  <a:pt x="1347" y="794"/>
                  <a:pt x="1347" y="674"/>
                </a:cubicBezTo>
                <a:close/>
                <a:moveTo>
                  <a:pt x="1142" y="938"/>
                </a:moveTo>
                <a:cubicBezTo>
                  <a:pt x="1142" y="938"/>
                  <a:pt x="1142" y="938"/>
                  <a:pt x="1142" y="938"/>
                </a:cubicBezTo>
                <a:cubicBezTo>
                  <a:pt x="1141" y="938"/>
                  <a:pt x="1141" y="938"/>
                  <a:pt x="1141" y="938"/>
                </a:cubicBezTo>
                <a:cubicBezTo>
                  <a:pt x="1096" y="1019"/>
                  <a:pt x="1030" y="1087"/>
                  <a:pt x="951" y="1135"/>
                </a:cubicBezTo>
                <a:cubicBezTo>
                  <a:pt x="931" y="1147"/>
                  <a:pt x="919" y="1170"/>
                  <a:pt x="919" y="1193"/>
                </a:cubicBezTo>
                <a:cubicBezTo>
                  <a:pt x="918" y="1193"/>
                  <a:pt x="918" y="1193"/>
                  <a:pt x="918" y="1193"/>
                </a:cubicBezTo>
                <a:cubicBezTo>
                  <a:pt x="918" y="1350"/>
                  <a:pt x="918" y="1350"/>
                  <a:pt x="918" y="1350"/>
                </a:cubicBezTo>
                <a:cubicBezTo>
                  <a:pt x="429" y="1350"/>
                  <a:pt x="429" y="1350"/>
                  <a:pt x="429" y="1350"/>
                </a:cubicBezTo>
                <a:cubicBezTo>
                  <a:pt x="429" y="1193"/>
                  <a:pt x="429" y="1193"/>
                  <a:pt x="429" y="1193"/>
                </a:cubicBezTo>
                <a:cubicBezTo>
                  <a:pt x="429" y="1165"/>
                  <a:pt x="413" y="1142"/>
                  <a:pt x="389" y="1132"/>
                </a:cubicBezTo>
                <a:cubicBezTo>
                  <a:pt x="313" y="1083"/>
                  <a:pt x="249" y="1017"/>
                  <a:pt x="205" y="938"/>
                </a:cubicBezTo>
                <a:cubicBezTo>
                  <a:pt x="161" y="860"/>
                  <a:pt x="136" y="770"/>
                  <a:pt x="136" y="674"/>
                </a:cubicBezTo>
                <a:cubicBezTo>
                  <a:pt x="136" y="527"/>
                  <a:pt x="197" y="392"/>
                  <a:pt x="294" y="295"/>
                </a:cubicBezTo>
                <a:cubicBezTo>
                  <a:pt x="390" y="197"/>
                  <a:pt x="526" y="137"/>
                  <a:pt x="673" y="137"/>
                </a:cubicBezTo>
                <a:cubicBezTo>
                  <a:pt x="821" y="137"/>
                  <a:pt x="956" y="197"/>
                  <a:pt x="1053" y="295"/>
                </a:cubicBezTo>
                <a:cubicBezTo>
                  <a:pt x="1150" y="392"/>
                  <a:pt x="1210" y="527"/>
                  <a:pt x="1210" y="674"/>
                </a:cubicBezTo>
                <a:cubicBezTo>
                  <a:pt x="1210" y="771"/>
                  <a:pt x="1186" y="861"/>
                  <a:pt x="1142" y="938"/>
                </a:cubicBezTo>
                <a:close/>
                <a:moveTo>
                  <a:pt x="855" y="1668"/>
                </a:moveTo>
                <a:cubicBezTo>
                  <a:pt x="855" y="1668"/>
                  <a:pt x="855" y="1668"/>
                  <a:pt x="855" y="1668"/>
                </a:cubicBezTo>
                <a:cubicBezTo>
                  <a:pt x="492" y="1668"/>
                  <a:pt x="492" y="1668"/>
                  <a:pt x="492" y="1668"/>
                </a:cubicBezTo>
                <a:cubicBezTo>
                  <a:pt x="469" y="1668"/>
                  <a:pt x="450" y="1686"/>
                  <a:pt x="450" y="1709"/>
                </a:cubicBezTo>
                <a:cubicBezTo>
                  <a:pt x="450" y="1731"/>
                  <a:pt x="469" y="1750"/>
                  <a:pt x="492" y="1750"/>
                </a:cubicBezTo>
                <a:cubicBezTo>
                  <a:pt x="855" y="1750"/>
                  <a:pt x="855" y="1750"/>
                  <a:pt x="855" y="1750"/>
                </a:cubicBezTo>
                <a:cubicBezTo>
                  <a:pt x="877" y="1750"/>
                  <a:pt x="896" y="1731"/>
                  <a:pt x="896" y="1709"/>
                </a:cubicBezTo>
                <a:cubicBezTo>
                  <a:pt x="896" y="1686"/>
                  <a:pt x="877" y="1668"/>
                  <a:pt x="855" y="1668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1475656" y="2088545"/>
            <a:ext cx="6192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敬请各位师兄批评指正</a:t>
            </a:r>
          </a:p>
        </p:txBody>
      </p:sp>
      <p:sp>
        <p:nvSpPr>
          <p:cNvPr id="23" name="圆角矩形 22"/>
          <p:cNvSpPr/>
          <p:nvPr/>
        </p:nvSpPr>
        <p:spPr>
          <a:xfrm>
            <a:off x="2286000" y="3154938"/>
            <a:ext cx="4573568" cy="246221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dist">
              <a:buFont typeface="Arial" pitchFamily="34" charset="0"/>
              <a:buNone/>
            </a:pP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</a:rPr>
              <a:t>TAHNK YOU FOR WATCHING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0" y="2946544"/>
            <a:ext cx="9144000" cy="54006"/>
            <a:chOff x="2190216" y="0"/>
            <a:chExt cx="7128792" cy="108012"/>
          </a:xfrm>
        </p:grpSpPr>
        <p:sp>
          <p:nvSpPr>
            <p:cNvPr id="4" name="矩形 3"/>
            <p:cNvSpPr/>
            <p:nvPr/>
          </p:nvSpPr>
          <p:spPr>
            <a:xfrm>
              <a:off x="2190216" y="0"/>
              <a:ext cx="1188132" cy="1080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3378348" y="0"/>
              <a:ext cx="1188132" cy="1080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4566480" y="0"/>
              <a:ext cx="1188132" cy="1080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5754612" y="0"/>
              <a:ext cx="1188132" cy="10801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6942744" y="0"/>
              <a:ext cx="1188132" cy="10801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/>
            <p:cNvSpPr/>
            <p:nvPr/>
          </p:nvSpPr>
          <p:spPr>
            <a:xfrm>
              <a:off x="8130876" y="0"/>
              <a:ext cx="1188132" cy="108012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130DCA76-E243-4089-A4D5-4CBEE934B68D}"/>
              </a:ext>
            </a:extLst>
          </p:cNvPr>
          <p:cNvGrpSpPr/>
          <p:nvPr/>
        </p:nvGrpSpPr>
        <p:grpSpPr>
          <a:xfrm>
            <a:off x="3906796" y="4155926"/>
            <a:ext cx="1330408" cy="253916"/>
            <a:chOff x="4813893" y="4132079"/>
            <a:chExt cx="1330408" cy="253916"/>
          </a:xfrm>
        </p:grpSpPr>
        <p:grpSp>
          <p:nvGrpSpPr>
            <p:cNvPr id="43" name="Group 14"/>
            <p:cNvGrpSpPr/>
            <p:nvPr/>
          </p:nvGrpSpPr>
          <p:grpSpPr bwMode="auto">
            <a:xfrm>
              <a:off x="4813893" y="4183426"/>
              <a:ext cx="174306" cy="174304"/>
              <a:chOff x="4248" y="3024"/>
              <a:chExt cx="600" cy="599"/>
            </a:xfrm>
          </p:grpSpPr>
          <p:sp>
            <p:nvSpPr>
              <p:cNvPr id="44" name="Oval 15"/>
              <p:cNvSpPr>
                <a:spLocks noChangeArrowheads="1"/>
              </p:cNvSpPr>
              <p:nvPr/>
            </p:nvSpPr>
            <p:spPr bwMode="auto">
              <a:xfrm>
                <a:off x="4248" y="3024"/>
                <a:ext cx="600" cy="599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dist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grpSp>
            <p:nvGrpSpPr>
              <p:cNvPr id="45" name="Group 16"/>
              <p:cNvGrpSpPr/>
              <p:nvPr/>
            </p:nvGrpSpPr>
            <p:grpSpPr bwMode="auto">
              <a:xfrm>
                <a:off x="4441" y="3144"/>
                <a:ext cx="215" cy="345"/>
                <a:chOff x="4441" y="3144"/>
                <a:chExt cx="215" cy="345"/>
              </a:xfrm>
            </p:grpSpPr>
            <p:sp>
              <p:nvSpPr>
                <p:cNvPr id="46" name="Freeform 17"/>
                <p:cNvSpPr>
                  <a:spLocks noEditPoints="1"/>
                </p:cNvSpPr>
                <p:nvPr/>
              </p:nvSpPr>
              <p:spPr bwMode="auto">
                <a:xfrm>
                  <a:off x="4474" y="3144"/>
                  <a:ext cx="149" cy="253"/>
                </a:xfrm>
                <a:custGeom>
                  <a:avLst/>
                  <a:gdLst>
                    <a:gd name="T0" fmla="*/ 31 w 63"/>
                    <a:gd name="T1" fmla="*/ 107 h 107"/>
                    <a:gd name="T2" fmla="*/ 63 w 63"/>
                    <a:gd name="T3" fmla="*/ 78 h 107"/>
                    <a:gd name="T4" fmla="*/ 63 w 63"/>
                    <a:gd name="T5" fmla="*/ 29 h 107"/>
                    <a:gd name="T6" fmla="*/ 31 w 63"/>
                    <a:gd name="T7" fmla="*/ 0 h 107"/>
                    <a:gd name="T8" fmla="*/ 0 w 63"/>
                    <a:gd name="T9" fmla="*/ 29 h 107"/>
                    <a:gd name="T10" fmla="*/ 0 w 63"/>
                    <a:gd name="T11" fmla="*/ 78 h 107"/>
                    <a:gd name="T12" fmla="*/ 31 w 63"/>
                    <a:gd name="T13" fmla="*/ 107 h 107"/>
                    <a:gd name="T14" fmla="*/ 10 w 63"/>
                    <a:gd name="T15" fmla="*/ 29 h 107"/>
                    <a:gd name="T16" fmla="*/ 31 w 63"/>
                    <a:gd name="T17" fmla="*/ 10 h 107"/>
                    <a:gd name="T18" fmla="*/ 53 w 63"/>
                    <a:gd name="T19" fmla="*/ 29 h 107"/>
                    <a:gd name="T20" fmla="*/ 53 w 63"/>
                    <a:gd name="T21" fmla="*/ 78 h 107"/>
                    <a:gd name="T22" fmla="*/ 31 w 63"/>
                    <a:gd name="T23" fmla="*/ 97 h 107"/>
                    <a:gd name="T24" fmla="*/ 10 w 63"/>
                    <a:gd name="T25" fmla="*/ 78 h 107"/>
                    <a:gd name="T26" fmla="*/ 10 w 63"/>
                    <a:gd name="T27" fmla="*/ 29 h 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63" h="107">
                      <a:moveTo>
                        <a:pt x="31" y="107"/>
                      </a:moveTo>
                      <a:cubicBezTo>
                        <a:pt x="49" y="107"/>
                        <a:pt x="63" y="94"/>
                        <a:pt x="63" y="78"/>
                      </a:cubicBezTo>
                      <a:cubicBezTo>
                        <a:pt x="63" y="29"/>
                        <a:pt x="63" y="29"/>
                        <a:pt x="63" y="29"/>
                      </a:cubicBezTo>
                      <a:cubicBezTo>
                        <a:pt x="63" y="13"/>
                        <a:pt x="49" y="0"/>
                        <a:pt x="31" y="0"/>
                      </a:cubicBezTo>
                      <a:cubicBezTo>
                        <a:pt x="14" y="0"/>
                        <a:pt x="0" y="13"/>
                        <a:pt x="0" y="29"/>
                      </a:cubicBezTo>
                      <a:cubicBezTo>
                        <a:pt x="0" y="78"/>
                        <a:pt x="0" y="78"/>
                        <a:pt x="0" y="78"/>
                      </a:cubicBezTo>
                      <a:cubicBezTo>
                        <a:pt x="0" y="94"/>
                        <a:pt x="14" y="107"/>
                        <a:pt x="31" y="107"/>
                      </a:cubicBezTo>
                      <a:close/>
                      <a:moveTo>
                        <a:pt x="10" y="29"/>
                      </a:moveTo>
                      <a:cubicBezTo>
                        <a:pt x="10" y="18"/>
                        <a:pt x="19" y="10"/>
                        <a:pt x="31" y="10"/>
                      </a:cubicBezTo>
                      <a:cubicBezTo>
                        <a:pt x="43" y="10"/>
                        <a:pt x="53" y="18"/>
                        <a:pt x="53" y="29"/>
                      </a:cubicBezTo>
                      <a:cubicBezTo>
                        <a:pt x="53" y="78"/>
                        <a:pt x="53" y="78"/>
                        <a:pt x="53" y="78"/>
                      </a:cubicBezTo>
                      <a:cubicBezTo>
                        <a:pt x="53" y="88"/>
                        <a:pt x="43" y="97"/>
                        <a:pt x="31" y="97"/>
                      </a:cubicBezTo>
                      <a:cubicBezTo>
                        <a:pt x="19" y="97"/>
                        <a:pt x="10" y="88"/>
                        <a:pt x="10" y="78"/>
                      </a:cubicBezTo>
                      <a:lnTo>
                        <a:pt x="10" y="29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dist"/>
                  <a:endParaRPr lang="zh-CN" altLang="en-US" sz="16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7" name="Freeform 18"/>
                <p:cNvSpPr/>
                <p:nvPr/>
              </p:nvSpPr>
              <p:spPr bwMode="auto">
                <a:xfrm>
                  <a:off x="4441" y="3267"/>
                  <a:ext cx="215" cy="222"/>
                </a:xfrm>
                <a:custGeom>
                  <a:avLst/>
                  <a:gdLst>
                    <a:gd name="T0" fmla="*/ 86 w 91"/>
                    <a:gd name="T1" fmla="*/ 0 h 94"/>
                    <a:gd name="T2" fmla="*/ 81 w 91"/>
                    <a:gd name="T3" fmla="*/ 5 h 94"/>
                    <a:gd name="T4" fmla="*/ 81 w 91"/>
                    <a:gd name="T5" fmla="*/ 28 h 94"/>
                    <a:gd name="T6" fmla="*/ 45 w 91"/>
                    <a:gd name="T7" fmla="*/ 59 h 94"/>
                    <a:gd name="T8" fmla="*/ 10 w 91"/>
                    <a:gd name="T9" fmla="*/ 28 h 94"/>
                    <a:gd name="T10" fmla="*/ 10 w 91"/>
                    <a:gd name="T11" fmla="*/ 5 h 94"/>
                    <a:gd name="T12" fmla="*/ 5 w 91"/>
                    <a:gd name="T13" fmla="*/ 0 h 94"/>
                    <a:gd name="T14" fmla="*/ 0 w 91"/>
                    <a:gd name="T15" fmla="*/ 5 h 94"/>
                    <a:gd name="T16" fmla="*/ 0 w 91"/>
                    <a:gd name="T17" fmla="*/ 28 h 94"/>
                    <a:gd name="T18" fmla="*/ 40 w 91"/>
                    <a:gd name="T19" fmla="*/ 69 h 94"/>
                    <a:gd name="T20" fmla="*/ 40 w 91"/>
                    <a:gd name="T21" fmla="*/ 84 h 94"/>
                    <a:gd name="T22" fmla="*/ 20 w 91"/>
                    <a:gd name="T23" fmla="*/ 84 h 94"/>
                    <a:gd name="T24" fmla="*/ 15 w 91"/>
                    <a:gd name="T25" fmla="*/ 89 h 94"/>
                    <a:gd name="T26" fmla="*/ 20 w 91"/>
                    <a:gd name="T27" fmla="*/ 94 h 94"/>
                    <a:gd name="T28" fmla="*/ 70 w 91"/>
                    <a:gd name="T29" fmla="*/ 94 h 94"/>
                    <a:gd name="T30" fmla="*/ 75 w 91"/>
                    <a:gd name="T31" fmla="*/ 89 h 94"/>
                    <a:gd name="T32" fmla="*/ 70 w 91"/>
                    <a:gd name="T33" fmla="*/ 84 h 94"/>
                    <a:gd name="T34" fmla="*/ 50 w 91"/>
                    <a:gd name="T35" fmla="*/ 84 h 94"/>
                    <a:gd name="T36" fmla="*/ 50 w 91"/>
                    <a:gd name="T37" fmla="*/ 69 h 94"/>
                    <a:gd name="T38" fmla="*/ 91 w 91"/>
                    <a:gd name="T39" fmla="*/ 28 h 94"/>
                    <a:gd name="T40" fmla="*/ 91 w 91"/>
                    <a:gd name="T41" fmla="*/ 5 h 94"/>
                    <a:gd name="T42" fmla="*/ 86 w 91"/>
                    <a:gd name="T43" fmla="*/ 0 h 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91" h="94">
                      <a:moveTo>
                        <a:pt x="86" y="0"/>
                      </a:moveTo>
                      <a:cubicBezTo>
                        <a:pt x="83" y="0"/>
                        <a:pt x="81" y="3"/>
                        <a:pt x="81" y="5"/>
                      </a:cubicBezTo>
                      <a:cubicBezTo>
                        <a:pt x="81" y="28"/>
                        <a:pt x="81" y="28"/>
                        <a:pt x="81" y="28"/>
                      </a:cubicBezTo>
                      <a:cubicBezTo>
                        <a:pt x="81" y="45"/>
                        <a:pt x="65" y="59"/>
                        <a:pt x="45" y="59"/>
                      </a:cubicBezTo>
                      <a:cubicBezTo>
                        <a:pt x="26" y="59"/>
                        <a:pt x="10" y="45"/>
                        <a:pt x="10" y="28"/>
                      </a:cubicBezTo>
                      <a:cubicBezTo>
                        <a:pt x="10" y="5"/>
                        <a:pt x="10" y="5"/>
                        <a:pt x="10" y="5"/>
                      </a:cubicBezTo>
                      <a:cubicBezTo>
                        <a:pt x="10" y="2"/>
                        <a:pt x="8" y="0"/>
                        <a:pt x="5" y="0"/>
                      </a:cubicBezTo>
                      <a:cubicBezTo>
                        <a:pt x="2" y="0"/>
                        <a:pt x="0" y="2"/>
                        <a:pt x="0" y="5"/>
                      </a:cubicBezTo>
                      <a:cubicBezTo>
                        <a:pt x="0" y="28"/>
                        <a:pt x="0" y="28"/>
                        <a:pt x="0" y="28"/>
                      </a:cubicBezTo>
                      <a:cubicBezTo>
                        <a:pt x="0" y="49"/>
                        <a:pt x="18" y="67"/>
                        <a:pt x="40" y="69"/>
                      </a:cubicBezTo>
                      <a:cubicBezTo>
                        <a:pt x="40" y="84"/>
                        <a:pt x="40" y="84"/>
                        <a:pt x="40" y="84"/>
                      </a:cubicBezTo>
                      <a:cubicBezTo>
                        <a:pt x="20" y="84"/>
                        <a:pt x="20" y="84"/>
                        <a:pt x="20" y="84"/>
                      </a:cubicBezTo>
                      <a:cubicBezTo>
                        <a:pt x="18" y="84"/>
                        <a:pt x="15" y="86"/>
                        <a:pt x="15" y="89"/>
                      </a:cubicBezTo>
                      <a:cubicBezTo>
                        <a:pt x="15" y="92"/>
                        <a:pt x="18" y="94"/>
                        <a:pt x="20" y="94"/>
                      </a:cubicBezTo>
                      <a:cubicBezTo>
                        <a:pt x="70" y="94"/>
                        <a:pt x="70" y="94"/>
                        <a:pt x="70" y="94"/>
                      </a:cubicBezTo>
                      <a:cubicBezTo>
                        <a:pt x="73" y="94"/>
                        <a:pt x="75" y="92"/>
                        <a:pt x="75" y="89"/>
                      </a:cubicBezTo>
                      <a:cubicBezTo>
                        <a:pt x="75" y="86"/>
                        <a:pt x="73" y="84"/>
                        <a:pt x="70" y="84"/>
                      </a:cubicBezTo>
                      <a:cubicBezTo>
                        <a:pt x="50" y="84"/>
                        <a:pt x="50" y="84"/>
                        <a:pt x="50" y="84"/>
                      </a:cubicBezTo>
                      <a:cubicBezTo>
                        <a:pt x="50" y="69"/>
                        <a:pt x="50" y="69"/>
                        <a:pt x="50" y="69"/>
                      </a:cubicBezTo>
                      <a:cubicBezTo>
                        <a:pt x="73" y="67"/>
                        <a:pt x="91" y="49"/>
                        <a:pt x="91" y="28"/>
                      </a:cubicBezTo>
                      <a:cubicBezTo>
                        <a:pt x="91" y="5"/>
                        <a:pt x="91" y="5"/>
                        <a:pt x="91" y="5"/>
                      </a:cubicBezTo>
                      <a:cubicBezTo>
                        <a:pt x="91" y="3"/>
                        <a:pt x="88" y="0"/>
                        <a:pt x="86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dist"/>
                  <a:endParaRPr lang="zh-CN" altLang="en-US" sz="16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</p:grpSp>
        <p:sp>
          <p:nvSpPr>
            <p:cNvPr id="49" name="Text Box 20"/>
            <p:cNvSpPr txBox="1">
              <a:spLocks noChangeArrowheads="1"/>
            </p:cNvSpPr>
            <p:nvPr/>
          </p:nvSpPr>
          <p:spPr bwMode="auto">
            <a:xfrm>
              <a:off x="5017069" y="4132079"/>
              <a:ext cx="1127232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0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答辩人：王伟杭</a:t>
              </a:r>
              <a:endPara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第一PPT，www.1ppt.com​">
  <a:themeElements>
    <a:clrScheme name="自定义 1">
      <a:dk1>
        <a:srgbClr val="333333"/>
      </a:dk1>
      <a:lt1>
        <a:srgbClr val="FFFFFF"/>
      </a:lt1>
      <a:dk2>
        <a:srgbClr val="333333"/>
      </a:dk2>
      <a:lt2>
        <a:srgbClr val="FFFFFF"/>
      </a:lt2>
      <a:accent1>
        <a:srgbClr val="1D69A3"/>
      </a:accent1>
      <a:accent2>
        <a:srgbClr val="84CBC3"/>
      </a:accent2>
      <a:accent3>
        <a:srgbClr val="F8D158"/>
      </a:accent3>
      <a:accent4>
        <a:srgbClr val="F57365"/>
      </a:accent4>
      <a:accent5>
        <a:srgbClr val="7FC9EC"/>
      </a:accent5>
      <a:accent6>
        <a:srgbClr val="8689D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509</Words>
  <Application>Microsoft Office PowerPoint</Application>
  <PresentationFormat>全屏显示(16:9)</PresentationFormat>
  <Paragraphs>187</Paragraphs>
  <Slides>34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1" baseType="lpstr">
      <vt:lpstr>微软雅黑</vt:lpstr>
      <vt:lpstr>Arial</vt:lpstr>
      <vt:lpstr>Calibri</vt:lpstr>
      <vt:lpstr>Impact</vt:lpstr>
      <vt:lpstr>Times New Roman</vt:lpstr>
      <vt:lpstr>Wingdings</vt:lpstr>
      <vt:lpstr>第一PPT，www.1ppt.com​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https://www.ypppt.com/</dc:title>
  <dc:subject>https://www.ypppt.com/</dc:subject>
  <dc:creator>优品PPT</dc:creator>
  <cp:keywords/>
  <dc:description/>
  <cp:lastModifiedBy>ml wk</cp:lastModifiedBy>
  <cp:revision>38</cp:revision>
  <dcterms:created xsi:type="dcterms:W3CDTF">2016-04-09T09:29:00Z</dcterms:created>
  <dcterms:modified xsi:type="dcterms:W3CDTF">2021-04-16T19:27:09Z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2052-10.1.0.5603</vt:lpwstr>
  </property>
</Properties>
</file>